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6"/>
  </p:notesMasterIdLst>
  <p:sldIdLst>
    <p:sldId id="269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yank Bajaj" userId="e804db59118f01d9" providerId="LiveId" clId="{6AF153C0-8350-46E0-9714-309DAEF9E015}"/>
    <pc:docChg chg="undo custSel addSld delSld modSld sldOrd">
      <pc:chgData name="Mayank Bajaj" userId="e804db59118f01d9" providerId="LiveId" clId="{6AF153C0-8350-46E0-9714-309DAEF9E015}" dt="2026-05-08T17:10:25.888" v="1312" actId="1036"/>
      <pc:docMkLst>
        <pc:docMk/>
      </pc:docMkLst>
      <pc:sldChg chg="modSp mod">
        <pc:chgData name="Mayank Bajaj" userId="e804db59118f01d9" providerId="LiveId" clId="{6AF153C0-8350-46E0-9714-309DAEF9E015}" dt="2026-04-18T09:42:01.585" v="853" actId="20577"/>
        <pc:sldMkLst>
          <pc:docMk/>
          <pc:sldMk cId="0" sldId="256"/>
        </pc:sldMkLst>
        <pc:spChg chg="mod">
          <ac:chgData name="Mayank Bajaj" userId="e804db59118f01d9" providerId="LiveId" clId="{6AF153C0-8350-46E0-9714-309DAEF9E015}" dt="2026-04-18T05:18:33.052" v="565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43:28.888" v="12" actId="1036"/>
          <ac:spMkLst>
            <pc:docMk/>
            <pc:sldMk cId="0" sldId="256"/>
            <ac:spMk id="9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43:38.150" v="18" actId="103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43:56.969" v="31" actId="103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44:06.469" v="38" actId="103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Mayank Bajaj" userId="e804db59118f01d9" providerId="LiveId" clId="{6AF153C0-8350-46E0-9714-309DAEF9E015}" dt="2026-04-18T09:42:01.585" v="853" actId="20577"/>
          <ac:spMkLst>
            <pc:docMk/>
            <pc:sldMk cId="0" sldId="256"/>
            <ac:spMk id="19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10:31.585" v="529" actId="1036"/>
          <ac:spMkLst>
            <pc:docMk/>
            <pc:sldMk cId="0" sldId="256"/>
            <ac:spMk id="26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10:26.527" v="526" actId="1036"/>
          <ac:spMkLst>
            <pc:docMk/>
            <pc:sldMk cId="0" sldId="256"/>
            <ac:spMk id="27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10:35.968" v="533" actId="1036"/>
          <ac:spMkLst>
            <pc:docMk/>
            <pc:sldMk cId="0" sldId="256"/>
            <ac:spMk id="28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10:26.527" v="526" actId="1036"/>
          <ac:spMkLst>
            <pc:docMk/>
            <pc:sldMk cId="0" sldId="256"/>
            <ac:spMk id="29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10:38.698" v="537" actId="1036"/>
          <ac:spMkLst>
            <pc:docMk/>
            <pc:sldMk cId="0" sldId="256"/>
            <ac:spMk id="30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10:41.248" v="541" actId="1036"/>
          <ac:spMkLst>
            <pc:docMk/>
            <pc:sldMk cId="0" sldId="256"/>
            <ac:spMk id="32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10:26.527" v="526" actId="1036"/>
          <ac:spMkLst>
            <pc:docMk/>
            <pc:sldMk cId="0" sldId="256"/>
            <ac:spMk id="33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10:44.368" v="544" actId="1036"/>
          <ac:spMkLst>
            <pc:docMk/>
            <pc:sldMk cId="0" sldId="256"/>
            <ac:spMk id="34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10:26.527" v="526" actId="1036"/>
          <ac:spMkLst>
            <pc:docMk/>
            <pc:sldMk cId="0" sldId="256"/>
            <ac:spMk id="35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10:48.049" v="547" actId="1036"/>
          <ac:spMkLst>
            <pc:docMk/>
            <pc:sldMk cId="0" sldId="256"/>
            <ac:spMk id="36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10:50.844" v="551" actId="1036"/>
          <ac:spMkLst>
            <pc:docMk/>
            <pc:sldMk cId="0" sldId="256"/>
            <ac:spMk id="38" creationId="{00000000-0000-0000-0000-000000000000}"/>
          </ac:spMkLst>
        </pc:spChg>
      </pc:sldChg>
      <pc:sldChg chg="modSp mod">
        <pc:chgData name="Mayank Bajaj" userId="e804db59118f01d9" providerId="LiveId" clId="{6AF153C0-8350-46E0-9714-309DAEF9E015}" dt="2026-04-18T09:41:55.682" v="850" actId="20577"/>
        <pc:sldMkLst>
          <pc:docMk/>
          <pc:sldMk cId="0" sldId="257"/>
        </pc:sldMkLst>
        <pc:spChg chg="mod">
          <ac:chgData name="Mayank Bajaj" userId="e804db59118f01d9" providerId="LiveId" clId="{6AF153C0-8350-46E0-9714-309DAEF9E015}" dt="2026-04-17T19:45:47.419" v="77" actId="1036"/>
          <ac:spMkLst>
            <pc:docMk/>
            <pc:sldMk cId="0" sldId="257"/>
            <ac:spMk id="4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45:41.787" v="72" actId="1036"/>
          <ac:spMkLst>
            <pc:docMk/>
            <pc:sldMk cId="0" sldId="257"/>
            <ac:spMk id="5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45:57.645" v="78" actId="255"/>
          <ac:spMkLst>
            <pc:docMk/>
            <pc:sldMk cId="0" sldId="257"/>
            <ac:spMk id="6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46:04.433" v="79" actId="255"/>
          <ac:spMkLst>
            <pc:docMk/>
            <pc:sldMk cId="0" sldId="257"/>
            <ac:spMk id="7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46:20.128" v="81" actId="255"/>
          <ac:spMkLst>
            <pc:docMk/>
            <pc:sldMk cId="0" sldId="257"/>
            <ac:spMk id="9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46:13.688" v="80" actId="255"/>
          <ac:spMkLst>
            <pc:docMk/>
            <pc:sldMk cId="0" sldId="257"/>
            <ac:spMk id="10" creationId="{00000000-0000-0000-0000-000000000000}"/>
          </ac:spMkLst>
        </pc:spChg>
        <pc:spChg chg="mod">
          <ac:chgData name="Mayank Bajaj" userId="e804db59118f01d9" providerId="LiveId" clId="{6AF153C0-8350-46E0-9714-309DAEF9E015}" dt="2026-04-18T09:41:55.682" v="850" actId="20577"/>
          <ac:spMkLst>
            <pc:docMk/>
            <pc:sldMk cId="0" sldId="257"/>
            <ac:spMk id="24" creationId="{00000000-0000-0000-0000-000000000000}"/>
          </ac:spMkLst>
        </pc:spChg>
      </pc:sldChg>
      <pc:sldChg chg="delSp modSp mod">
        <pc:chgData name="Mayank Bajaj" userId="e804db59118f01d9" providerId="LiveId" clId="{6AF153C0-8350-46E0-9714-309DAEF9E015}" dt="2026-04-17T19:50:15.605" v="256" actId="255"/>
        <pc:sldMkLst>
          <pc:docMk/>
          <pc:sldMk cId="0" sldId="258"/>
        </pc:sldMkLst>
        <pc:spChg chg="mod">
          <ac:chgData name="Mayank Bajaj" userId="e804db59118f01d9" providerId="LiveId" clId="{6AF153C0-8350-46E0-9714-309DAEF9E015}" dt="2026-04-17T19:46:36.778" v="82" actId="255"/>
          <ac:spMkLst>
            <pc:docMk/>
            <pc:sldMk cId="0" sldId="258"/>
            <ac:spMk id="4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47:00.930" v="96" actId="1036"/>
          <ac:spMkLst>
            <pc:docMk/>
            <pc:sldMk cId="0" sldId="258"/>
            <ac:spMk id="5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47:08.934" v="97" actId="255"/>
          <ac:spMkLst>
            <pc:docMk/>
            <pc:sldMk cId="0" sldId="258"/>
            <ac:spMk id="6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49:05.524" v="207" actId="1035"/>
          <ac:spMkLst>
            <pc:docMk/>
            <pc:sldMk cId="0" sldId="258"/>
            <ac:spMk id="7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49:35.556" v="252" actId="255"/>
          <ac:spMkLst>
            <pc:docMk/>
            <pc:sldMk cId="0" sldId="258"/>
            <ac:spMk id="9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49:17.884" v="249" actId="255"/>
          <ac:spMkLst>
            <pc:docMk/>
            <pc:sldMk cId="0" sldId="258"/>
            <ac:spMk id="10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49:41.061" v="253" actId="255"/>
          <ac:spMkLst>
            <pc:docMk/>
            <pc:sldMk cId="0" sldId="258"/>
            <ac:spMk id="13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49:23.152" v="250" actId="255"/>
          <ac:spMkLst>
            <pc:docMk/>
            <pc:sldMk cId="0" sldId="258"/>
            <ac:spMk id="14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49:48.539" v="254" actId="255"/>
          <ac:spMkLst>
            <pc:docMk/>
            <pc:sldMk cId="0" sldId="258"/>
            <ac:spMk id="17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49:27.580" v="251" actId="255"/>
          <ac:spMkLst>
            <pc:docMk/>
            <pc:sldMk cId="0" sldId="258"/>
            <ac:spMk id="18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50:03.382" v="255" actId="255"/>
          <ac:spMkLst>
            <pc:docMk/>
            <pc:sldMk cId="0" sldId="258"/>
            <ac:spMk id="20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50:15.605" v="256" actId="255"/>
          <ac:spMkLst>
            <pc:docMk/>
            <pc:sldMk cId="0" sldId="258"/>
            <ac:spMk id="22" creationId="{00000000-0000-0000-0000-000000000000}"/>
          </ac:spMkLst>
        </pc:spChg>
      </pc:sldChg>
      <pc:sldChg chg="modSp mod">
        <pc:chgData name="Mayank Bajaj" userId="e804db59118f01d9" providerId="LiveId" clId="{6AF153C0-8350-46E0-9714-309DAEF9E015}" dt="2026-04-17T19:51:02.511" v="278" actId="1036"/>
        <pc:sldMkLst>
          <pc:docMk/>
          <pc:sldMk cId="0" sldId="259"/>
        </pc:sldMkLst>
        <pc:spChg chg="mod">
          <ac:chgData name="Mayank Bajaj" userId="e804db59118f01d9" providerId="LiveId" clId="{6AF153C0-8350-46E0-9714-309DAEF9E015}" dt="2026-04-17T19:50:45.369" v="258" actId="255"/>
          <ac:spMkLst>
            <pc:docMk/>
            <pc:sldMk cId="0" sldId="259"/>
            <ac:spMk id="4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51:02.511" v="278" actId="1036"/>
          <ac:spMkLst>
            <pc:docMk/>
            <pc:sldMk cId="0" sldId="259"/>
            <ac:spMk id="5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50:55.394" v="260" actId="255"/>
          <ac:spMkLst>
            <pc:docMk/>
            <pc:sldMk cId="0" sldId="259"/>
            <ac:spMk id="6" creationId="{00000000-0000-0000-0000-000000000000}"/>
          </ac:spMkLst>
        </pc:spChg>
      </pc:sldChg>
      <pc:sldChg chg="addSp modSp mod">
        <pc:chgData name="Mayank Bajaj" userId="e804db59118f01d9" providerId="LiveId" clId="{6AF153C0-8350-46E0-9714-309DAEF9E015}" dt="2026-04-17T19:53:20.596" v="397" actId="1035"/>
        <pc:sldMkLst>
          <pc:docMk/>
          <pc:sldMk cId="0" sldId="260"/>
        </pc:sldMkLst>
        <pc:spChg chg="mod">
          <ac:chgData name="Mayank Bajaj" userId="e804db59118f01d9" providerId="LiveId" clId="{6AF153C0-8350-46E0-9714-309DAEF9E015}" dt="2026-04-17T19:51:24.965" v="280" actId="14100"/>
          <ac:spMkLst>
            <pc:docMk/>
            <pc:sldMk cId="0" sldId="260"/>
            <ac:spMk id="4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51:35.641" v="298" actId="1036"/>
          <ac:spMkLst>
            <pc:docMk/>
            <pc:sldMk cId="0" sldId="260"/>
            <ac:spMk id="5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51:42.456" v="299" actId="255"/>
          <ac:spMkLst>
            <pc:docMk/>
            <pc:sldMk cId="0" sldId="260"/>
            <ac:spMk id="6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52:51.147" v="301" actId="1076"/>
          <ac:spMkLst>
            <pc:docMk/>
            <pc:sldMk cId="0" sldId="260"/>
            <ac:spMk id="10" creationId="{00000000-0000-0000-0000-000000000000}"/>
          </ac:spMkLst>
        </pc:spChg>
        <pc:spChg chg="add mod">
          <ac:chgData name="Mayank Bajaj" userId="e804db59118f01d9" providerId="LiveId" clId="{6AF153C0-8350-46E0-9714-309DAEF9E015}" dt="2026-04-17T19:53:04.765" v="305" actId="1076"/>
          <ac:spMkLst>
            <pc:docMk/>
            <pc:sldMk cId="0" sldId="260"/>
            <ac:spMk id="41" creationId="{A05AA35C-50BE-F105-9AEC-9158C101A512}"/>
          </ac:spMkLst>
        </pc:spChg>
        <pc:spChg chg="add mod">
          <ac:chgData name="Mayank Bajaj" userId="e804db59118f01d9" providerId="LiveId" clId="{6AF153C0-8350-46E0-9714-309DAEF9E015}" dt="2026-04-17T19:53:20.596" v="397" actId="1035"/>
          <ac:spMkLst>
            <pc:docMk/>
            <pc:sldMk cId="0" sldId="260"/>
            <ac:spMk id="42" creationId="{F8DCDB4E-5101-CD24-3C75-F50E9DEA21C9}"/>
          </ac:spMkLst>
        </pc:spChg>
      </pc:sldChg>
      <pc:sldChg chg="modSp mod">
        <pc:chgData name="Mayank Bajaj" userId="e804db59118f01d9" providerId="LiveId" clId="{6AF153C0-8350-46E0-9714-309DAEF9E015}" dt="2026-04-17T19:54:24.753" v="416" actId="255"/>
        <pc:sldMkLst>
          <pc:docMk/>
          <pc:sldMk cId="0" sldId="261"/>
        </pc:sldMkLst>
        <pc:spChg chg="mod">
          <ac:chgData name="Mayank Bajaj" userId="e804db59118f01d9" providerId="LiveId" clId="{6AF153C0-8350-46E0-9714-309DAEF9E015}" dt="2026-04-17T19:53:42.203" v="399" actId="14100"/>
          <ac:spMkLst>
            <pc:docMk/>
            <pc:sldMk cId="0" sldId="261"/>
            <ac:spMk id="4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53:49.746" v="413" actId="1036"/>
          <ac:spMkLst>
            <pc:docMk/>
            <pc:sldMk cId="0" sldId="261"/>
            <ac:spMk id="5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53:53.985" v="414" actId="255"/>
          <ac:spMkLst>
            <pc:docMk/>
            <pc:sldMk cId="0" sldId="261"/>
            <ac:spMk id="6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54:24.753" v="416" actId="255"/>
          <ac:spMkLst>
            <pc:docMk/>
            <pc:sldMk cId="0" sldId="261"/>
            <ac:spMk id="7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54:00.486" v="415" actId="14100"/>
          <ac:spMkLst>
            <pc:docMk/>
            <pc:sldMk cId="0" sldId="261"/>
            <ac:spMk id="8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54:24.753" v="416" actId="255"/>
          <ac:spMkLst>
            <pc:docMk/>
            <pc:sldMk cId="0" sldId="261"/>
            <ac:spMk id="14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54:24.753" v="416" actId="255"/>
          <ac:spMkLst>
            <pc:docMk/>
            <pc:sldMk cId="0" sldId="261"/>
            <ac:spMk id="19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54:24.753" v="416" actId="255"/>
          <ac:spMkLst>
            <pc:docMk/>
            <pc:sldMk cId="0" sldId="261"/>
            <ac:spMk id="20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54:24.753" v="416" actId="255"/>
          <ac:spMkLst>
            <pc:docMk/>
            <pc:sldMk cId="0" sldId="261"/>
            <ac:spMk id="27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54:24.753" v="416" actId="255"/>
          <ac:spMkLst>
            <pc:docMk/>
            <pc:sldMk cId="0" sldId="261"/>
            <ac:spMk id="30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54:24.753" v="416" actId="255"/>
          <ac:spMkLst>
            <pc:docMk/>
            <pc:sldMk cId="0" sldId="261"/>
            <ac:spMk id="32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54:24.753" v="416" actId="255"/>
          <ac:spMkLst>
            <pc:docMk/>
            <pc:sldMk cId="0" sldId="261"/>
            <ac:spMk id="38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54:24.753" v="416" actId="255"/>
          <ac:spMkLst>
            <pc:docMk/>
            <pc:sldMk cId="0" sldId="261"/>
            <ac:spMk id="41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54:24.753" v="416" actId="255"/>
          <ac:spMkLst>
            <pc:docMk/>
            <pc:sldMk cId="0" sldId="261"/>
            <ac:spMk id="49" creationId="{00000000-0000-0000-0000-000000000000}"/>
          </ac:spMkLst>
        </pc:spChg>
      </pc:sldChg>
      <pc:sldChg chg="modSp mod">
        <pc:chgData name="Mayank Bajaj" userId="e804db59118f01d9" providerId="LiveId" clId="{6AF153C0-8350-46E0-9714-309DAEF9E015}" dt="2026-04-17T20:08:15.598" v="501" actId="255"/>
        <pc:sldMkLst>
          <pc:docMk/>
          <pc:sldMk cId="0" sldId="262"/>
        </pc:sldMkLst>
        <pc:spChg chg="mod">
          <ac:chgData name="Mayank Bajaj" userId="e804db59118f01d9" providerId="LiveId" clId="{6AF153C0-8350-46E0-9714-309DAEF9E015}" dt="2026-04-17T19:55:40.824" v="418" actId="14100"/>
          <ac:spMkLst>
            <pc:docMk/>
            <pc:sldMk cId="0" sldId="262"/>
            <ac:spMk id="4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56:14.230" v="421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56:01.868" v="420" actId="255"/>
          <ac:spMkLst>
            <pc:docMk/>
            <pc:sldMk cId="0" sldId="262"/>
            <ac:spMk id="6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56:27.025" v="423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8:15.598" v="501" actId="255"/>
          <ac:spMkLst>
            <pc:docMk/>
            <pc:sldMk cId="0" sldId="262"/>
            <ac:spMk id="16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8:15.598" v="501" actId="255"/>
          <ac:spMkLst>
            <pc:docMk/>
            <pc:sldMk cId="0" sldId="262"/>
            <ac:spMk id="18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8:15.598" v="501" actId="255"/>
          <ac:spMkLst>
            <pc:docMk/>
            <pc:sldMk cId="0" sldId="262"/>
            <ac:spMk id="23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8:15.598" v="501" actId="255"/>
          <ac:spMkLst>
            <pc:docMk/>
            <pc:sldMk cId="0" sldId="262"/>
            <ac:spMk id="24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8:15.598" v="501" actId="255"/>
          <ac:spMkLst>
            <pc:docMk/>
            <pc:sldMk cId="0" sldId="262"/>
            <ac:spMk id="27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8:15.598" v="501" actId="255"/>
          <ac:spMkLst>
            <pc:docMk/>
            <pc:sldMk cId="0" sldId="262"/>
            <ac:spMk id="37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8:15.598" v="501" actId="255"/>
          <ac:spMkLst>
            <pc:docMk/>
            <pc:sldMk cId="0" sldId="262"/>
            <ac:spMk id="39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8:15.598" v="501" actId="255"/>
          <ac:spMkLst>
            <pc:docMk/>
            <pc:sldMk cId="0" sldId="262"/>
            <ac:spMk id="41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8:15.598" v="501" actId="255"/>
          <ac:spMkLst>
            <pc:docMk/>
            <pc:sldMk cId="0" sldId="262"/>
            <ac:spMk id="42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8:15.598" v="501" actId="255"/>
          <ac:spMkLst>
            <pc:docMk/>
            <pc:sldMk cId="0" sldId="262"/>
            <ac:spMk id="45" creationId="{00000000-0000-0000-0000-000000000000}"/>
          </ac:spMkLst>
        </pc:spChg>
      </pc:sldChg>
      <pc:sldChg chg="delSp modSp mod">
        <pc:chgData name="Mayank Bajaj" userId="e804db59118f01d9" providerId="LiveId" clId="{6AF153C0-8350-46E0-9714-309DAEF9E015}" dt="2026-04-18T05:16:06.996" v="564" actId="20577"/>
        <pc:sldMkLst>
          <pc:docMk/>
          <pc:sldMk cId="0" sldId="263"/>
        </pc:sldMkLst>
        <pc:spChg chg="mod">
          <ac:chgData name="Mayank Bajaj" userId="e804db59118f01d9" providerId="LiveId" clId="{6AF153C0-8350-46E0-9714-309DAEF9E015}" dt="2026-04-17T19:57:10.933" v="427" actId="14100"/>
          <ac:spMkLst>
            <pc:docMk/>
            <pc:sldMk cId="0" sldId="263"/>
            <ac:spMk id="4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57:19.016" v="428" actId="255"/>
          <ac:spMkLst>
            <pc:docMk/>
            <pc:sldMk cId="0" sldId="263"/>
            <ac:spMk id="5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7:58.865" v="500" actId="255"/>
          <ac:spMkLst>
            <pc:docMk/>
            <pc:sldMk cId="0" sldId="263"/>
            <ac:spMk id="7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57:28.777" v="430" actId="1037"/>
          <ac:spMkLst>
            <pc:docMk/>
            <pc:sldMk cId="0" sldId="263"/>
            <ac:spMk id="8" creationId="{00000000-0000-0000-0000-000000000000}"/>
          </ac:spMkLst>
        </pc:spChg>
        <pc:spChg chg="mod">
          <ac:chgData name="Mayank Bajaj" userId="e804db59118f01d9" providerId="LiveId" clId="{6AF153C0-8350-46E0-9714-309DAEF9E015}" dt="2026-04-18T05:15:39.433" v="562" actId="20577"/>
          <ac:spMkLst>
            <pc:docMk/>
            <pc:sldMk cId="0" sldId="263"/>
            <ac:spMk id="9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7:58.865" v="500" actId="255"/>
          <ac:spMkLst>
            <pc:docMk/>
            <pc:sldMk cId="0" sldId="263"/>
            <ac:spMk id="12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7:58.865" v="500" actId="255"/>
          <ac:spMkLst>
            <pc:docMk/>
            <pc:sldMk cId="0" sldId="263"/>
            <ac:spMk id="13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7:58.865" v="500" actId="255"/>
          <ac:spMkLst>
            <pc:docMk/>
            <pc:sldMk cId="0" sldId="263"/>
            <ac:spMk id="17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7:58.865" v="500" actId="255"/>
          <ac:spMkLst>
            <pc:docMk/>
            <pc:sldMk cId="0" sldId="263"/>
            <ac:spMk id="19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7:58.865" v="500" actId="255"/>
          <ac:spMkLst>
            <pc:docMk/>
            <pc:sldMk cId="0" sldId="263"/>
            <ac:spMk id="20" creationId="{00000000-0000-0000-0000-000000000000}"/>
          </ac:spMkLst>
        </pc:spChg>
        <pc:spChg chg="mod">
          <ac:chgData name="Mayank Bajaj" userId="e804db59118f01d9" providerId="LiveId" clId="{6AF153C0-8350-46E0-9714-309DAEF9E015}" dt="2026-04-18T05:16:06.996" v="564" actId="20577"/>
          <ac:spMkLst>
            <pc:docMk/>
            <pc:sldMk cId="0" sldId="263"/>
            <ac:spMk id="24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57:28.777" v="430" actId="1037"/>
          <ac:spMkLst>
            <pc:docMk/>
            <pc:sldMk cId="0" sldId="263"/>
            <ac:spMk id="26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57:28.777" v="430" actId="1037"/>
          <ac:spMkLst>
            <pc:docMk/>
            <pc:sldMk cId="0" sldId="263"/>
            <ac:spMk id="30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7:58.865" v="500" actId="255"/>
          <ac:spMkLst>
            <pc:docMk/>
            <pc:sldMk cId="0" sldId="263"/>
            <ac:spMk id="33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57:28.777" v="430" actId="1037"/>
          <ac:spMkLst>
            <pc:docMk/>
            <pc:sldMk cId="0" sldId="263"/>
            <ac:spMk id="36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7:58.865" v="500" actId="255"/>
          <ac:spMkLst>
            <pc:docMk/>
            <pc:sldMk cId="0" sldId="263"/>
            <ac:spMk id="38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7:58.865" v="500" actId="255"/>
          <ac:spMkLst>
            <pc:docMk/>
            <pc:sldMk cId="0" sldId="263"/>
            <ac:spMk id="41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59:12.992" v="440" actId="1076"/>
          <ac:spMkLst>
            <pc:docMk/>
            <pc:sldMk cId="0" sldId="263"/>
            <ac:spMk id="44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58:57.158" v="437" actId="1076"/>
          <ac:spMkLst>
            <pc:docMk/>
            <pc:sldMk cId="0" sldId="263"/>
            <ac:spMk id="46" creationId="{00000000-0000-0000-0000-000000000000}"/>
          </ac:spMkLst>
        </pc:spChg>
        <pc:spChg chg="mod">
          <ac:chgData name="Mayank Bajaj" userId="e804db59118f01d9" providerId="LiveId" clId="{6AF153C0-8350-46E0-9714-309DAEF9E015}" dt="2026-04-17T19:59:22.661" v="441" actId="1076"/>
          <ac:spMkLst>
            <pc:docMk/>
            <pc:sldMk cId="0" sldId="263"/>
            <ac:spMk id="47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0:24.565" v="449" actId="1076"/>
          <ac:spMkLst>
            <pc:docMk/>
            <pc:sldMk cId="0" sldId="263"/>
            <ac:spMk id="48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0:15.741" v="447" actId="1076"/>
          <ac:spMkLst>
            <pc:docMk/>
            <pc:sldMk cId="0" sldId="263"/>
            <ac:spMk id="50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0:35.294" v="450" actId="1076"/>
          <ac:spMkLst>
            <pc:docMk/>
            <pc:sldMk cId="0" sldId="263"/>
            <ac:spMk id="51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0:41.870" v="452" actId="1076"/>
          <ac:spMkLst>
            <pc:docMk/>
            <pc:sldMk cId="0" sldId="263"/>
            <ac:spMk id="52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0:48.491" v="453" actId="1076"/>
          <ac:spMkLst>
            <pc:docMk/>
            <pc:sldMk cId="0" sldId="263"/>
            <ac:spMk id="54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1:01.184" v="454" actId="1076"/>
          <ac:spMkLst>
            <pc:docMk/>
            <pc:sldMk cId="0" sldId="263"/>
            <ac:spMk id="55" creationId="{00000000-0000-0000-0000-000000000000}"/>
          </ac:spMkLst>
        </pc:spChg>
      </pc:sldChg>
      <pc:sldChg chg="modSp mod">
        <pc:chgData name="Mayank Bajaj" userId="e804db59118f01d9" providerId="LiveId" clId="{6AF153C0-8350-46E0-9714-309DAEF9E015}" dt="2026-04-17T20:07:37.814" v="499" actId="1076"/>
        <pc:sldMkLst>
          <pc:docMk/>
          <pc:sldMk cId="0" sldId="264"/>
        </pc:sldMkLst>
        <pc:spChg chg="mod">
          <ac:chgData name="Mayank Bajaj" userId="e804db59118f01d9" providerId="LiveId" clId="{6AF153C0-8350-46E0-9714-309DAEF9E015}" dt="2026-04-17T20:01:28.825" v="457" actId="14100"/>
          <ac:spMkLst>
            <pc:docMk/>
            <pc:sldMk cId="0" sldId="264"/>
            <ac:spMk id="4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2:00.179" v="462" actId="1076"/>
          <ac:spMkLst>
            <pc:docMk/>
            <pc:sldMk cId="0" sldId="264"/>
            <ac:spMk id="5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1:52.951" v="461" actId="1076"/>
          <ac:spMkLst>
            <pc:docMk/>
            <pc:sldMk cId="0" sldId="264"/>
            <ac:spMk id="6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6:50.164" v="493" actId="255"/>
          <ac:spMkLst>
            <pc:docMk/>
            <pc:sldMk cId="0" sldId="264"/>
            <ac:spMk id="23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6:50.164" v="493" actId="255"/>
          <ac:spMkLst>
            <pc:docMk/>
            <pc:sldMk cId="0" sldId="264"/>
            <ac:spMk id="26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6:50.164" v="493" actId="255"/>
          <ac:spMkLst>
            <pc:docMk/>
            <pc:sldMk cId="0" sldId="264"/>
            <ac:spMk id="27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6:50.164" v="493" actId="255"/>
          <ac:spMkLst>
            <pc:docMk/>
            <pc:sldMk cId="0" sldId="264"/>
            <ac:spMk id="28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6:50.164" v="493" actId="255"/>
          <ac:spMkLst>
            <pc:docMk/>
            <pc:sldMk cId="0" sldId="264"/>
            <ac:spMk id="29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6:50.164" v="493" actId="255"/>
          <ac:spMkLst>
            <pc:docMk/>
            <pc:sldMk cId="0" sldId="264"/>
            <ac:spMk id="30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6:50.164" v="493" actId="255"/>
          <ac:spMkLst>
            <pc:docMk/>
            <pc:sldMk cId="0" sldId="264"/>
            <ac:spMk id="31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6:50.164" v="493" actId="255"/>
          <ac:spMkLst>
            <pc:docMk/>
            <pc:sldMk cId="0" sldId="264"/>
            <ac:spMk id="32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6:50.164" v="493" actId="255"/>
          <ac:spMkLst>
            <pc:docMk/>
            <pc:sldMk cId="0" sldId="264"/>
            <ac:spMk id="33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7:31.418" v="498" actId="1076"/>
          <ac:spMkLst>
            <pc:docMk/>
            <pc:sldMk cId="0" sldId="264"/>
            <ac:spMk id="34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7:37.814" v="499" actId="1076"/>
          <ac:spMkLst>
            <pc:docMk/>
            <pc:sldMk cId="0" sldId="264"/>
            <ac:spMk id="35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7:03.145" v="494" actId="1076"/>
          <ac:spMkLst>
            <pc:docMk/>
            <pc:sldMk cId="0" sldId="264"/>
            <ac:spMk id="36" creationId="{00000000-0000-0000-0000-000000000000}"/>
          </ac:spMkLst>
        </pc:spChg>
      </pc:sldChg>
      <pc:sldChg chg="modSp mod">
        <pc:chgData name="Mayank Bajaj" userId="e804db59118f01d9" providerId="LiveId" clId="{6AF153C0-8350-46E0-9714-309DAEF9E015}" dt="2026-04-18T09:41:19.618" v="847" actId="20577"/>
        <pc:sldMkLst>
          <pc:docMk/>
          <pc:sldMk cId="0" sldId="265"/>
        </pc:sldMkLst>
        <pc:spChg chg="mod">
          <ac:chgData name="Mayank Bajaj" userId="e804db59118f01d9" providerId="LiveId" clId="{6AF153C0-8350-46E0-9714-309DAEF9E015}" dt="2026-04-17T20:02:56.361" v="467" actId="255"/>
          <ac:spMkLst>
            <pc:docMk/>
            <pc:sldMk cId="0" sldId="265"/>
            <ac:spMk id="4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3:11.712" v="469" actId="1076"/>
          <ac:spMkLst>
            <pc:docMk/>
            <pc:sldMk cId="0" sldId="265"/>
            <ac:spMk id="5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4:01.741" v="477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3:23.882" v="471" actId="255"/>
          <ac:spMkLst>
            <pc:docMk/>
            <pc:sldMk cId="0" sldId="265"/>
            <ac:spMk id="7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6:33.244" v="492" actId="255"/>
          <ac:spMkLst>
            <pc:docMk/>
            <pc:sldMk cId="0" sldId="265"/>
            <ac:spMk id="8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6:33.244" v="492" actId="255"/>
          <ac:spMkLst>
            <pc:docMk/>
            <pc:sldMk cId="0" sldId="265"/>
            <ac:spMk id="9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6:33.244" v="492" actId="255"/>
          <ac:spMkLst>
            <pc:docMk/>
            <pc:sldMk cId="0" sldId="265"/>
            <ac:spMk id="10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6:33.244" v="492" actId="255"/>
          <ac:spMkLst>
            <pc:docMk/>
            <pc:sldMk cId="0" sldId="265"/>
            <ac:spMk id="12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6:33.244" v="492" actId="255"/>
          <ac:spMkLst>
            <pc:docMk/>
            <pc:sldMk cId="0" sldId="265"/>
            <ac:spMk id="13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6:33.244" v="492" actId="255"/>
          <ac:spMkLst>
            <pc:docMk/>
            <pc:sldMk cId="0" sldId="265"/>
            <ac:spMk id="15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6:33.244" v="492" actId="255"/>
          <ac:spMkLst>
            <pc:docMk/>
            <pc:sldMk cId="0" sldId="265"/>
            <ac:spMk id="16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3:21.219" v="470" actId="255"/>
          <ac:spMkLst>
            <pc:docMk/>
            <pc:sldMk cId="0" sldId="265"/>
            <ac:spMk id="17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3:21.219" v="470" actId="255"/>
          <ac:spMkLst>
            <pc:docMk/>
            <pc:sldMk cId="0" sldId="265"/>
            <ac:spMk id="18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3:21.219" v="470" actId="255"/>
          <ac:spMkLst>
            <pc:docMk/>
            <pc:sldMk cId="0" sldId="265"/>
            <ac:spMk id="19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3:21.219" v="470" actId="255"/>
          <ac:spMkLst>
            <pc:docMk/>
            <pc:sldMk cId="0" sldId="265"/>
            <ac:spMk id="20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6:33.244" v="492" actId="255"/>
          <ac:spMkLst>
            <pc:docMk/>
            <pc:sldMk cId="0" sldId="265"/>
            <ac:spMk id="21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6:33.244" v="492" actId="255"/>
          <ac:spMkLst>
            <pc:docMk/>
            <pc:sldMk cId="0" sldId="265"/>
            <ac:spMk id="23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6:33.244" v="492" actId="255"/>
          <ac:spMkLst>
            <pc:docMk/>
            <pc:sldMk cId="0" sldId="265"/>
            <ac:spMk id="25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14:51.398" v="560" actId="20577"/>
          <ac:spMkLst>
            <pc:docMk/>
            <pc:sldMk cId="0" sldId="265"/>
            <ac:spMk id="27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4:24.444" v="479" actId="255"/>
          <ac:spMkLst>
            <pc:docMk/>
            <pc:sldMk cId="0" sldId="265"/>
            <ac:spMk id="28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3:23.882" v="471" actId="255"/>
          <ac:spMkLst>
            <pc:docMk/>
            <pc:sldMk cId="0" sldId="265"/>
            <ac:spMk id="29" creationId="{00000000-0000-0000-0000-000000000000}"/>
          </ac:spMkLst>
        </pc:spChg>
        <pc:spChg chg="mod">
          <ac:chgData name="Mayank Bajaj" userId="e804db59118f01d9" providerId="LiveId" clId="{6AF153C0-8350-46E0-9714-309DAEF9E015}" dt="2026-04-18T09:41:19.618" v="847" actId="20577"/>
          <ac:spMkLst>
            <pc:docMk/>
            <pc:sldMk cId="0" sldId="265"/>
            <ac:spMk id="30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4:30.789" v="480" actId="255"/>
          <ac:spMkLst>
            <pc:docMk/>
            <pc:sldMk cId="0" sldId="265"/>
            <ac:spMk id="31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3:41.692" v="474" actId="1076"/>
          <ac:spMkLst>
            <pc:docMk/>
            <pc:sldMk cId="0" sldId="265"/>
            <ac:spMk id="32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3:54.325" v="475" actId="255"/>
          <ac:spMkLst>
            <pc:docMk/>
            <pc:sldMk cId="0" sldId="265"/>
            <ac:spMk id="33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6:22.701" v="491" actId="255"/>
          <ac:spMkLst>
            <pc:docMk/>
            <pc:sldMk cId="0" sldId="265"/>
            <ac:spMk id="34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6:22.701" v="491" actId="255"/>
          <ac:spMkLst>
            <pc:docMk/>
            <pc:sldMk cId="0" sldId="265"/>
            <ac:spMk id="35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6:22.701" v="491" actId="255"/>
          <ac:spMkLst>
            <pc:docMk/>
            <pc:sldMk cId="0" sldId="265"/>
            <ac:spMk id="36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6:22.701" v="491" actId="255"/>
          <ac:spMkLst>
            <pc:docMk/>
            <pc:sldMk cId="0" sldId="265"/>
            <ac:spMk id="37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6:22.701" v="491" actId="255"/>
          <ac:spMkLst>
            <pc:docMk/>
            <pc:sldMk cId="0" sldId="265"/>
            <ac:spMk id="38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6:22.701" v="491" actId="255"/>
          <ac:spMkLst>
            <pc:docMk/>
            <pc:sldMk cId="0" sldId="265"/>
            <ac:spMk id="39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6:22.701" v="491" actId="255"/>
          <ac:spMkLst>
            <pc:docMk/>
            <pc:sldMk cId="0" sldId="265"/>
            <ac:spMk id="41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6:22.701" v="491" actId="255"/>
          <ac:spMkLst>
            <pc:docMk/>
            <pc:sldMk cId="0" sldId="265"/>
            <ac:spMk id="42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6:22.701" v="491" actId="255"/>
          <ac:spMkLst>
            <pc:docMk/>
            <pc:sldMk cId="0" sldId="265"/>
            <ac:spMk id="43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6:22.701" v="491" actId="255"/>
          <ac:spMkLst>
            <pc:docMk/>
            <pc:sldMk cId="0" sldId="265"/>
            <ac:spMk id="44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3:54.325" v="475" actId="255"/>
          <ac:spMkLst>
            <pc:docMk/>
            <pc:sldMk cId="0" sldId="265"/>
            <ac:spMk id="45" creationId="{00000000-0000-0000-0000-000000000000}"/>
          </ac:spMkLst>
        </pc:spChg>
      </pc:sldChg>
      <pc:sldChg chg="delSp modSp mod">
        <pc:chgData name="Mayank Bajaj" userId="e804db59118f01d9" providerId="LiveId" clId="{6AF153C0-8350-46E0-9714-309DAEF9E015}" dt="2026-04-18T09:40:58.602" v="840" actId="20577"/>
        <pc:sldMkLst>
          <pc:docMk/>
          <pc:sldMk cId="0" sldId="266"/>
        </pc:sldMkLst>
        <pc:spChg chg="mod">
          <ac:chgData name="Mayank Bajaj" userId="e804db59118f01d9" providerId="LiveId" clId="{6AF153C0-8350-46E0-9714-309DAEF9E015}" dt="2026-04-17T20:04:42.839" v="481" actId="255"/>
          <ac:spMkLst>
            <pc:docMk/>
            <pc:sldMk cId="0" sldId="266"/>
            <ac:spMk id="4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4:52.194" v="482" actId="255"/>
          <ac:spMkLst>
            <pc:docMk/>
            <pc:sldMk cId="0" sldId="266"/>
            <ac:spMk id="5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5:57.121" v="489" actId="1076"/>
          <ac:spMkLst>
            <pc:docMk/>
            <pc:sldMk cId="0" sldId="266"/>
            <ac:spMk id="6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6:06.943" v="490" actId="255"/>
          <ac:spMkLst>
            <pc:docMk/>
            <pc:sldMk cId="0" sldId="266"/>
            <ac:spMk id="7" creationId="{00000000-0000-0000-0000-000000000000}"/>
          </ac:spMkLst>
        </pc:spChg>
        <pc:spChg chg="mod">
          <ac:chgData name="Mayank Bajaj" userId="e804db59118f01d9" providerId="LiveId" clId="{6AF153C0-8350-46E0-9714-309DAEF9E015}" dt="2026-04-18T09:40:50.643" v="834" actId="20577"/>
          <ac:spMkLst>
            <pc:docMk/>
            <pc:sldMk cId="0" sldId="266"/>
            <ac:spMk id="8" creationId="{00000000-0000-0000-0000-000000000000}"/>
          </ac:spMkLst>
        </pc:spChg>
        <pc:spChg chg="mod">
          <ac:chgData name="Mayank Bajaj" userId="e804db59118f01d9" providerId="LiveId" clId="{6AF153C0-8350-46E0-9714-309DAEF9E015}" dt="2026-04-18T09:40:58.602" v="840" actId="20577"/>
          <ac:spMkLst>
            <pc:docMk/>
            <pc:sldMk cId="0" sldId="266"/>
            <ac:spMk id="9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5:09.005" v="483" actId="255"/>
          <ac:spMkLst>
            <pc:docMk/>
            <pc:sldMk cId="0" sldId="266"/>
            <ac:spMk id="10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6:06.943" v="490" actId="255"/>
          <ac:spMkLst>
            <pc:docMk/>
            <pc:sldMk cId="0" sldId="266"/>
            <ac:spMk id="11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6:06.943" v="490" actId="255"/>
          <ac:spMkLst>
            <pc:docMk/>
            <pc:sldMk cId="0" sldId="266"/>
            <ac:spMk id="12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6:06.943" v="490" actId="255"/>
          <ac:spMkLst>
            <pc:docMk/>
            <pc:sldMk cId="0" sldId="266"/>
            <ac:spMk id="15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6:06.943" v="490" actId="255"/>
          <ac:spMkLst>
            <pc:docMk/>
            <pc:sldMk cId="0" sldId="266"/>
            <ac:spMk id="19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6:06.943" v="490" actId="255"/>
          <ac:spMkLst>
            <pc:docMk/>
            <pc:sldMk cId="0" sldId="266"/>
            <ac:spMk id="22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6:06.943" v="490" actId="255"/>
          <ac:spMkLst>
            <pc:docMk/>
            <pc:sldMk cId="0" sldId="266"/>
            <ac:spMk id="23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6:06.943" v="490" actId="255"/>
          <ac:spMkLst>
            <pc:docMk/>
            <pc:sldMk cId="0" sldId="266"/>
            <ac:spMk id="24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6:06.943" v="490" actId="255"/>
          <ac:spMkLst>
            <pc:docMk/>
            <pc:sldMk cId="0" sldId="266"/>
            <ac:spMk id="25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5:36.954" v="486" actId="1076"/>
          <ac:spMkLst>
            <pc:docMk/>
            <pc:sldMk cId="0" sldId="266"/>
            <ac:spMk id="26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5:47.657" v="487" actId="1076"/>
          <ac:spMkLst>
            <pc:docMk/>
            <pc:sldMk cId="0" sldId="266"/>
            <ac:spMk id="27" creationId="{00000000-0000-0000-0000-000000000000}"/>
          </ac:spMkLst>
        </pc:spChg>
      </pc:sldChg>
      <pc:sldChg chg="delSp modSp mod">
        <pc:chgData name="Mayank Bajaj" userId="e804db59118f01d9" providerId="LiveId" clId="{6AF153C0-8350-46E0-9714-309DAEF9E015}" dt="2026-04-21T16:25:31.499" v="1311" actId="1035"/>
        <pc:sldMkLst>
          <pc:docMk/>
          <pc:sldMk cId="0" sldId="267"/>
        </pc:sldMkLst>
        <pc:spChg chg="mod">
          <ac:chgData name="Mayank Bajaj" userId="e804db59118f01d9" providerId="LiveId" clId="{6AF153C0-8350-46E0-9714-309DAEF9E015}" dt="2026-04-17T20:09:40.916" v="513" actId="255"/>
          <ac:spMkLst>
            <pc:docMk/>
            <pc:sldMk cId="0" sldId="267"/>
            <ac:spMk id="3" creationId="{00000000-0000-0000-0000-000000000000}"/>
          </ac:spMkLst>
        </pc:spChg>
        <pc:spChg chg="mod">
          <ac:chgData name="Mayank Bajaj" userId="e804db59118f01d9" providerId="LiveId" clId="{6AF153C0-8350-46E0-9714-309DAEF9E015}" dt="2026-04-21T16:25:31.499" v="1311" actId="1035"/>
          <ac:spMkLst>
            <pc:docMk/>
            <pc:sldMk cId="0" sldId="267"/>
            <ac:spMk id="5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9:57.804" v="515" actId="255"/>
          <ac:spMkLst>
            <pc:docMk/>
            <pc:sldMk cId="0" sldId="267"/>
            <ac:spMk id="6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9:48.632" v="514" actId="255"/>
          <ac:spMkLst>
            <pc:docMk/>
            <pc:sldMk cId="0" sldId="267"/>
            <ac:spMk id="7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9:11.671" v="512" actId="255"/>
          <ac:spMkLst>
            <pc:docMk/>
            <pc:sldMk cId="0" sldId="267"/>
            <ac:spMk id="8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9:11.671" v="512" actId="255"/>
          <ac:spMkLst>
            <pc:docMk/>
            <pc:sldMk cId="0" sldId="267"/>
            <ac:spMk id="9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9:11.671" v="512" actId="255"/>
          <ac:spMkLst>
            <pc:docMk/>
            <pc:sldMk cId="0" sldId="267"/>
            <ac:spMk id="10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9:11.671" v="512" actId="255"/>
          <ac:spMkLst>
            <pc:docMk/>
            <pc:sldMk cId="0" sldId="267"/>
            <ac:spMk id="11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9:11.671" v="512" actId="255"/>
          <ac:spMkLst>
            <pc:docMk/>
            <pc:sldMk cId="0" sldId="267"/>
            <ac:spMk id="12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9:11.671" v="512" actId="255"/>
          <ac:spMkLst>
            <pc:docMk/>
            <pc:sldMk cId="0" sldId="267"/>
            <ac:spMk id="13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9:11.671" v="512" actId="255"/>
          <ac:spMkLst>
            <pc:docMk/>
            <pc:sldMk cId="0" sldId="267"/>
            <ac:spMk id="14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9:11.671" v="512" actId="255"/>
          <ac:spMkLst>
            <pc:docMk/>
            <pc:sldMk cId="0" sldId="267"/>
            <ac:spMk id="15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9:11.671" v="512" actId="255"/>
          <ac:spMkLst>
            <pc:docMk/>
            <pc:sldMk cId="0" sldId="267"/>
            <ac:spMk id="16" creationId="{00000000-0000-0000-0000-000000000000}"/>
          </ac:spMkLst>
        </pc:spChg>
        <pc:spChg chg="mod">
          <ac:chgData name="Mayank Bajaj" userId="e804db59118f01d9" providerId="LiveId" clId="{6AF153C0-8350-46E0-9714-309DAEF9E015}" dt="2026-04-17T20:09:11.671" v="512" actId="255"/>
          <ac:spMkLst>
            <pc:docMk/>
            <pc:sldMk cId="0" sldId="267"/>
            <ac:spMk id="17" creationId="{00000000-0000-0000-0000-000000000000}"/>
          </ac:spMkLst>
        </pc:spChg>
      </pc:sldChg>
      <pc:sldChg chg="addSp delSp modSp add mod ord">
        <pc:chgData name="Mayank Bajaj" userId="e804db59118f01d9" providerId="LiveId" clId="{6AF153C0-8350-46E0-9714-309DAEF9E015}" dt="2026-05-08T17:10:25.888" v="1312" actId="1036"/>
        <pc:sldMkLst>
          <pc:docMk/>
          <pc:sldMk cId="0" sldId="269"/>
        </pc:sldMkLst>
        <pc:spChg chg="mod">
          <ac:chgData name="Mayank Bajaj" userId="e804db59118f01d9" providerId="LiveId" clId="{6AF153C0-8350-46E0-9714-309DAEF9E015}" dt="2026-05-08T17:10:25.888" v="1312" actId="1036"/>
          <ac:spMkLst>
            <pc:docMk/>
            <pc:sldMk cId="0" sldId="269"/>
            <ac:spMk id="3" creationId="{00000000-0000-0000-0000-000000000000}"/>
          </ac:spMkLst>
        </pc:spChg>
        <pc:spChg chg="mod">
          <ac:chgData name="Mayank Bajaj" userId="e804db59118f01d9" providerId="LiveId" clId="{6AF153C0-8350-46E0-9714-309DAEF9E015}" dt="2026-04-18T11:04:29.624" v="871" actId="1036"/>
          <ac:spMkLst>
            <pc:docMk/>
            <pc:sldMk cId="0" sldId="269"/>
            <ac:spMk id="10" creationId="{00000000-0000-0000-0000-000000000000}"/>
          </ac:spMkLst>
        </pc:spChg>
        <pc:spChg chg="add mod">
          <ac:chgData name="Mayank Bajaj" userId="e804db59118f01d9" providerId="LiveId" clId="{6AF153C0-8350-46E0-9714-309DAEF9E015}" dt="2026-04-21T16:24:14.534" v="1205" actId="1038"/>
          <ac:spMkLst>
            <pc:docMk/>
            <pc:sldMk cId="0" sldId="269"/>
            <ac:spMk id="11" creationId="{DCFBD9A2-53EF-8F5D-E1B5-1E529CEF8197}"/>
          </ac:spMkLst>
        </pc:spChg>
        <pc:spChg chg="add mod">
          <ac:chgData name="Mayank Bajaj" userId="e804db59118f01d9" providerId="LiveId" clId="{6AF153C0-8350-46E0-9714-309DAEF9E015}" dt="2026-04-21T16:24:34.150" v="1279" actId="1038"/>
          <ac:spMkLst>
            <pc:docMk/>
            <pc:sldMk cId="0" sldId="269"/>
            <ac:spMk id="12" creationId="{DE62C3FF-AA9E-2668-DC0C-524374E4E933}"/>
          </ac:spMkLst>
        </pc:spChg>
        <pc:spChg chg="mod">
          <ac:chgData name="Mayank Bajaj" userId="e804db59118f01d9" providerId="LiveId" clId="{6AF153C0-8350-46E0-9714-309DAEF9E015}" dt="2026-04-21T16:23:58.084" v="1165" actId="1037"/>
          <ac:spMkLst>
            <pc:docMk/>
            <pc:sldMk cId="0" sldId="269"/>
            <ac:spMk id="20" creationId="{00000000-0000-0000-0000-000000000000}"/>
          </ac:spMkLst>
        </pc:spChg>
        <pc:spChg chg="mod">
          <ac:chgData name="Mayank Bajaj" userId="e804db59118f01d9" providerId="LiveId" clId="{6AF153C0-8350-46E0-9714-309DAEF9E015}" dt="2026-04-21T16:24:03.655" v="1186" actId="1038"/>
          <ac:spMkLst>
            <pc:docMk/>
            <pc:sldMk cId="0" sldId="269"/>
            <ac:spMk id="21" creationId="{00000000-0000-0000-0000-000000000000}"/>
          </ac:spMkLst>
        </pc:spChg>
        <pc:spChg chg="mod">
          <ac:chgData name="Mayank Bajaj" userId="e804db59118f01d9" providerId="LiveId" clId="{6AF153C0-8350-46E0-9714-309DAEF9E015}" dt="2026-04-21T16:24:08.234" v="1192" actId="1037"/>
          <ac:spMkLst>
            <pc:docMk/>
            <pc:sldMk cId="0" sldId="269"/>
            <ac:spMk id="22" creationId="{00000000-0000-0000-0000-000000000000}"/>
          </ac:spMkLst>
        </pc:spChg>
        <pc:spChg chg="mod">
          <ac:chgData name="Mayank Bajaj" userId="e804db59118f01d9" providerId="LiveId" clId="{6AF153C0-8350-46E0-9714-309DAEF9E015}" dt="2026-04-21T16:24:11.228" v="1200" actId="1037"/>
          <ac:spMkLst>
            <pc:docMk/>
            <pc:sldMk cId="0" sldId="269"/>
            <ac:spMk id="2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39BA9F-4AFB-4101-8157-01988DB58083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81949C-0D26-474F-BD6A-D5A550082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002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7430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7712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06003"/>
            <a:ext cx="426720" cy="6760464"/>
          </a:xfrm>
          <a:prstGeom prst="rect">
            <a:avLst/>
          </a:prstGeom>
          <a:solidFill>
            <a:srgbClr val="12253A"/>
          </a:solidFill>
          <a:ln w="12700">
            <a:solidFill>
              <a:srgbClr val="12253A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509760" y="243840"/>
            <a:ext cx="73152" cy="1828800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509760" y="243840"/>
            <a:ext cx="487680" cy="73152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509760" y="1999488"/>
            <a:ext cx="487680" cy="73152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1631168" y="4632960"/>
            <a:ext cx="73152" cy="1828800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1143488" y="4632960"/>
            <a:ext cx="487680" cy="73152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1143488" y="6388608"/>
            <a:ext cx="487680" cy="73152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70560" y="599441"/>
            <a:ext cx="10363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600" b="1" kern="0" spc="400" dirty="0">
                <a:solidFill>
                  <a:srgbClr val="1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 COLLEGE OF ENGINEERING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600" y="17068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8533" b="1" kern="0" spc="1067" dirty="0">
                <a:solidFill>
                  <a:srgbClr val="1225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</a:t>
            </a:r>
            <a:endParaRPr lang="en-US" sz="8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09600" y="2197788"/>
            <a:ext cx="10972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8800" b="1" kern="0" spc="267" dirty="0">
                <a:solidFill>
                  <a:srgbClr val="2E7D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SYNTAX ERROR</a:t>
            </a:r>
            <a:endParaRPr lang="en-US" sz="8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70560" y="4318071"/>
            <a:ext cx="6705600" cy="48768"/>
          </a:xfrm>
          <a:prstGeom prst="rect">
            <a:avLst/>
          </a:prstGeom>
          <a:solidFill>
            <a:srgbClr val="CCCCBB"/>
          </a:solidFill>
          <a:ln w="12700">
            <a:solidFill>
              <a:srgbClr val="CCCCBB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70560" y="4876800"/>
            <a:ext cx="3048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kern="0" spc="533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70560" y="5425440"/>
            <a:ext cx="146304" cy="146304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90016" y="5364480"/>
            <a:ext cx="32918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1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MAYANK BAJAJ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542451" y="5425440"/>
            <a:ext cx="146304" cy="146304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795774" y="5364480"/>
            <a:ext cx="32918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1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RISHI AGARWAL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515946" y="5425440"/>
            <a:ext cx="146304" cy="146304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726931" y="5364480"/>
            <a:ext cx="32918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1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SHREYANK D K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0" y="6760464"/>
            <a:ext cx="12192000" cy="97536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18">
            <a:extLst>
              <a:ext uri="{FF2B5EF4-FFF2-40B4-BE49-F238E27FC236}">
                <a16:creationId xmlns:a16="http://schemas.microsoft.com/office/drawing/2014/main" id="{DCFBD9A2-53EF-8F5D-E1B5-1E529CEF8197}"/>
              </a:ext>
            </a:extLst>
          </p:cNvPr>
          <p:cNvSpPr/>
          <p:nvPr/>
        </p:nvSpPr>
        <p:spPr>
          <a:xfrm>
            <a:off x="8927269" y="5433905"/>
            <a:ext cx="146304" cy="146304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21">
            <a:extLst>
              <a:ext uri="{FF2B5EF4-FFF2-40B4-BE49-F238E27FC236}">
                <a16:creationId xmlns:a16="http://schemas.microsoft.com/office/drawing/2014/main" id="{DE62C3FF-AA9E-2668-DC0C-524374E4E933}"/>
              </a:ext>
            </a:extLst>
          </p:cNvPr>
          <p:cNvSpPr/>
          <p:nvPr/>
        </p:nvSpPr>
        <p:spPr>
          <a:xfrm>
            <a:off x="9131472" y="5364478"/>
            <a:ext cx="32918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1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RAFI SOJAN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0" y="822960"/>
            <a:ext cx="4846320" cy="4114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0D7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0" y="935057"/>
            <a:ext cx="4846320" cy="245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5"/>
              </a:lnSpc>
              <a:spcAft>
                <a:spcPts val="0"/>
              </a:spcAft>
              <a:defRPr sz="850" b="1" i="0">
                <a:solidFill>
                  <a:srgbClr val="0D7C66"/>
                </a:solidFill>
                <a:latin typeface="Calibri"/>
              </a:defRPr>
            </a:pPr>
            <a:r>
              <a:rPr sz="1400" dirty="0"/>
              <a:t>AI-POWERED OBSERVABILITY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966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600"/>
              </a:lnSpc>
              <a:spcAft>
                <a:spcPts val="0"/>
              </a:spcAft>
              <a:defRPr sz="5000" b="1" i="0">
                <a:solidFill>
                  <a:srgbClr val="0F1A30"/>
                </a:solidFill>
                <a:latin typeface="Calibri"/>
              </a:defRPr>
            </a:pPr>
            <a:r>
              <a:t>Distributed Root Cause</a:t>
            </a:r>
            <a:br/>
            <a:r>
              <a:t>Investigator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15468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55"/>
              </a:lnSpc>
              <a:spcAft>
                <a:spcPts val="0"/>
              </a:spcAft>
              <a:defRPr sz="1350" b="0" i="0">
                <a:solidFill>
                  <a:srgbClr val="5C564E"/>
                </a:solidFill>
                <a:latin typeface="Calibri"/>
              </a:defRPr>
            </a:pPr>
            <a:r>
              <a:t>An intelligent platform combining deep learning, causal inference, and graph analysis</a:t>
            </a:r>
            <a:br/>
            <a:r>
              <a:t>to automatically detect anomalies, trace failure propagation, and pinpoint root causes</a:t>
            </a:r>
            <a:br/>
            <a:r>
              <a:t>in microservice architectures - reducing MTTR from hours to seconds.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4114800"/>
            <a:ext cx="1188720" cy="22860"/>
          </a:xfrm>
          <a:prstGeom prst="rect">
            <a:avLst/>
          </a:prstGeom>
          <a:solidFill>
            <a:srgbClr val="0F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011680" y="4343400"/>
            <a:ext cx="196596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4404023"/>
            <a:ext cx="19659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35"/>
              </a:lnSpc>
              <a:spcAft>
                <a:spcPts val="0"/>
              </a:spcAft>
              <a:defRPr sz="950" b="1" i="0">
                <a:solidFill>
                  <a:srgbClr val="0F1A30"/>
                </a:solidFill>
                <a:latin typeface="Calibri"/>
              </a:defRPr>
            </a:pPr>
            <a:r>
              <a:rPr sz="1050" dirty="0"/>
              <a:t>7 AI/ML 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4343400"/>
            <a:ext cx="196596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06240" y="4404023"/>
            <a:ext cx="19659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35"/>
              </a:lnSpc>
              <a:spcAft>
                <a:spcPts val="0"/>
              </a:spcAft>
              <a:defRPr sz="950" b="1" i="0">
                <a:solidFill>
                  <a:srgbClr val="0F1A30"/>
                </a:solidFill>
                <a:latin typeface="Calibri"/>
              </a:defRPr>
            </a:pPr>
            <a:r>
              <a:rPr sz="1100" dirty="0"/>
              <a:t>11-Node Topology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343400"/>
            <a:ext cx="196596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4404023"/>
            <a:ext cx="19659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35"/>
              </a:lnSpc>
              <a:spcAft>
                <a:spcPts val="0"/>
              </a:spcAft>
              <a:defRPr sz="950" b="1" i="0">
                <a:solidFill>
                  <a:srgbClr val="0F1A30"/>
                </a:solidFill>
                <a:latin typeface="Calibri"/>
              </a:defRPr>
            </a:pPr>
            <a:r>
              <a:rPr lang="en-US" sz="1100" dirty="0"/>
              <a:t>95</a:t>
            </a:r>
            <a:r>
              <a:rPr sz="1100" dirty="0"/>
              <a:t>% Accuracy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59" y="4343400"/>
            <a:ext cx="196596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59" y="4412490"/>
            <a:ext cx="19659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35"/>
              </a:lnSpc>
              <a:spcAft>
                <a:spcPts val="0"/>
              </a:spcAft>
              <a:defRPr sz="950" b="1" i="0">
                <a:solidFill>
                  <a:srgbClr val="0F1A30"/>
                </a:solidFill>
                <a:latin typeface="Calibri"/>
              </a:defRPr>
            </a:pPr>
            <a:r>
              <a:rPr sz="1100" dirty="0"/>
              <a:t>Zero External APIs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828800" y="4983480"/>
            <a:ext cx="8503920" cy="0"/>
          </a:xfrm>
          <a:prstGeom prst="line">
            <a:avLst/>
          </a:prstGeom>
          <a:ln w="12700">
            <a:solidFill>
              <a:srgbClr val="E2DF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011680" y="512064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160"/>
              </a:lnSpc>
              <a:spcAft>
                <a:spcPts val="0"/>
              </a:spcAft>
              <a:defRPr sz="3200" b="1" i="0">
                <a:solidFill>
                  <a:srgbClr val="0F1A30"/>
                </a:solidFill>
                <a:latin typeface="Calibri"/>
              </a:defRPr>
            </a:pPr>
            <a:r>
              <a:rPr dirty="0"/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57784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5"/>
              </a:lnSpc>
              <a:spcAft>
                <a:spcPts val="0"/>
              </a:spcAft>
              <a:defRPr sz="850" b="1" i="0">
                <a:solidFill>
                  <a:srgbClr val="7A746A"/>
                </a:solidFill>
                <a:latin typeface="Calibri"/>
              </a:defRPr>
            </a:pPr>
            <a:r>
              <a:t>AI Models Built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5120640"/>
            <a:ext cx="1965960" cy="604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160"/>
              </a:lnSpc>
              <a:spcAft>
                <a:spcPts val="0"/>
              </a:spcAft>
              <a:defRPr sz="3200" b="1" i="0">
                <a:solidFill>
                  <a:srgbClr val="0F1A30"/>
                </a:solidFill>
                <a:latin typeface="Calibri"/>
              </a:defRPr>
            </a:pPr>
            <a:r>
              <a:rPr dirty="0"/>
              <a:t>&lt;</a:t>
            </a:r>
            <a:r>
              <a:rPr lang="en-US" dirty="0"/>
              <a:t>20</a:t>
            </a:r>
            <a:r>
              <a:rPr dirty="0"/>
              <a:t>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557784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5"/>
              </a:lnSpc>
              <a:spcAft>
                <a:spcPts val="0"/>
              </a:spcAft>
              <a:defRPr sz="850" b="1" i="0">
                <a:solidFill>
                  <a:srgbClr val="7A746A"/>
                </a:solidFill>
                <a:latin typeface="Calibri"/>
              </a:defRPr>
            </a:pPr>
            <a:r>
              <a:t>Detection to RCA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12064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160"/>
              </a:lnSpc>
              <a:spcAft>
                <a:spcPts val="0"/>
              </a:spcAft>
              <a:defRPr sz="3200" b="1" i="0">
                <a:solidFill>
                  <a:srgbClr val="0F1A30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57784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5"/>
              </a:lnSpc>
              <a:spcAft>
                <a:spcPts val="0"/>
              </a:spcAft>
              <a:defRPr sz="850" b="1" i="0">
                <a:solidFill>
                  <a:srgbClr val="7A746A"/>
                </a:solidFill>
                <a:latin typeface="Calibri"/>
              </a:defRPr>
            </a:pPr>
            <a:r>
              <a:t>MTTR Reduction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512064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160"/>
              </a:lnSpc>
              <a:spcAft>
                <a:spcPts val="0"/>
              </a:spcAft>
              <a:defRPr sz="3200" b="1" i="0">
                <a:solidFill>
                  <a:srgbClr val="0F1A30"/>
                </a:solidFill>
                <a:latin typeface="Calibri"/>
              </a:defRPr>
            </a:pPr>
            <a:r>
              <a:t>Rs.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9" y="557784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5"/>
              </a:lnSpc>
              <a:spcAft>
                <a:spcPts val="0"/>
              </a:spcAft>
              <a:defRPr sz="850" b="1" i="0">
                <a:solidFill>
                  <a:srgbClr val="7A746A"/>
                </a:solidFill>
                <a:latin typeface="Calibri"/>
              </a:defRPr>
            </a:pPr>
            <a:r>
              <a:t>API Cost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77440" y="6119710"/>
            <a:ext cx="960120" cy="292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6" name="TextBox 25"/>
          <p:cNvSpPr txBox="1"/>
          <p:nvPr/>
        </p:nvSpPr>
        <p:spPr>
          <a:xfrm>
            <a:off x="2377440" y="6163399"/>
            <a:ext cx="960120" cy="22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5C564E"/>
                </a:solidFill>
                <a:latin typeface="Calibri"/>
              </a:defRPr>
            </a:pPr>
            <a:r>
              <a:rPr sz="1200" dirty="0" err="1"/>
              <a:t>PyTorch</a:t>
            </a:r>
            <a:endParaRPr sz="1200" dirty="0"/>
          </a:p>
        </p:txBody>
      </p:sp>
      <p:sp>
        <p:nvSpPr>
          <p:cNvPr id="27" name="Rounded Rectangle 26"/>
          <p:cNvSpPr/>
          <p:nvPr/>
        </p:nvSpPr>
        <p:spPr>
          <a:xfrm>
            <a:off x="3474720" y="6119710"/>
            <a:ext cx="960120" cy="292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8" name="TextBox 27"/>
          <p:cNvSpPr txBox="1"/>
          <p:nvPr/>
        </p:nvSpPr>
        <p:spPr>
          <a:xfrm>
            <a:off x="3474720" y="6171866"/>
            <a:ext cx="960120" cy="22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5C564E"/>
                </a:solidFill>
                <a:latin typeface="Calibri"/>
              </a:defRPr>
            </a:pPr>
            <a:r>
              <a:rPr sz="1200" dirty="0"/>
              <a:t>React 18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0" y="6119710"/>
            <a:ext cx="960120" cy="292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0" name="TextBox 29"/>
          <p:cNvSpPr txBox="1"/>
          <p:nvPr/>
        </p:nvSpPr>
        <p:spPr>
          <a:xfrm>
            <a:off x="4572000" y="6171866"/>
            <a:ext cx="960120" cy="22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5C564E"/>
                </a:solidFill>
                <a:latin typeface="Calibri"/>
              </a:defRPr>
            </a:pPr>
            <a:r>
              <a:rPr sz="1200" dirty="0"/>
              <a:t>Flask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79" y="6119710"/>
            <a:ext cx="960120" cy="292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2" name="TextBox 31"/>
          <p:cNvSpPr txBox="1"/>
          <p:nvPr/>
        </p:nvSpPr>
        <p:spPr>
          <a:xfrm>
            <a:off x="5669279" y="6171866"/>
            <a:ext cx="960120" cy="22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5C564E"/>
                </a:solidFill>
                <a:latin typeface="Calibri"/>
              </a:defRPr>
            </a:pPr>
            <a:r>
              <a:rPr sz="1200" dirty="0"/>
              <a:t>D3.js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6560" y="6119710"/>
            <a:ext cx="960120" cy="292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4" name="TextBox 33"/>
          <p:cNvSpPr txBox="1"/>
          <p:nvPr/>
        </p:nvSpPr>
        <p:spPr>
          <a:xfrm>
            <a:off x="6766560" y="6163399"/>
            <a:ext cx="960120" cy="22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5C564E"/>
                </a:solidFill>
                <a:latin typeface="Calibri"/>
              </a:defRPr>
            </a:pPr>
            <a:r>
              <a:rPr sz="1200" dirty="0" err="1"/>
              <a:t>NetworkX</a:t>
            </a:r>
            <a:endParaRPr sz="1200" dirty="0"/>
          </a:p>
        </p:txBody>
      </p:sp>
      <p:sp>
        <p:nvSpPr>
          <p:cNvPr id="35" name="Rounded Rectangle 34"/>
          <p:cNvSpPr/>
          <p:nvPr/>
        </p:nvSpPr>
        <p:spPr>
          <a:xfrm>
            <a:off x="7863840" y="6119710"/>
            <a:ext cx="960120" cy="292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6" name="TextBox 35"/>
          <p:cNvSpPr txBox="1"/>
          <p:nvPr/>
        </p:nvSpPr>
        <p:spPr>
          <a:xfrm>
            <a:off x="7863840" y="6163399"/>
            <a:ext cx="960120" cy="22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5C564E"/>
                </a:solidFill>
                <a:latin typeface="Calibri"/>
              </a:defRPr>
            </a:pPr>
            <a:r>
              <a:rPr sz="1200" dirty="0"/>
              <a:t>NumPy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19" y="6119710"/>
            <a:ext cx="960120" cy="292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8" name="TextBox 37"/>
          <p:cNvSpPr txBox="1"/>
          <p:nvPr/>
        </p:nvSpPr>
        <p:spPr>
          <a:xfrm>
            <a:off x="8961119" y="6171866"/>
            <a:ext cx="960120" cy="22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5C564E"/>
                </a:solidFill>
                <a:latin typeface="Calibri"/>
              </a:defRPr>
            </a:pPr>
            <a:r>
              <a:rPr sz="1200" dirty="0"/>
              <a:t>Vite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11480"/>
            <a:ext cx="320040" cy="18288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" y="398951"/>
            <a:ext cx="5486400" cy="31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1" i="0">
                <a:solidFill>
                  <a:srgbClr val="0D7C66"/>
                </a:solidFill>
                <a:latin typeface="Calibri"/>
              </a:defRPr>
            </a:pPr>
            <a:r>
              <a:rPr sz="3200" dirty="0"/>
              <a:t>01 -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55134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0F1A30"/>
                </a:solidFill>
                <a:latin typeface="Calibri"/>
              </a:rPr>
              <a:t>The Observability </a:t>
            </a:r>
            <a:r>
              <a:rPr sz="2800" b="1" dirty="0">
                <a:solidFill>
                  <a:srgbClr val="0D7C66"/>
                </a:solidFill>
                <a:latin typeface="Calibri"/>
              </a:rPr>
              <a:t>Crisis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943600" cy="1393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 i="0">
                <a:solidFill>
                  <a:srgbClr val="5C564E"/>
                </a:solidFill>
                <a:latin typeface="Calibri"/>
              </a:defRPr>
            </a:pPr>
            <a:r>
              <a:rPr sz="1400" dirty="0"/>
              <a:t>Modern enterprises run on distributed microservice architectures - hundreds of interdependent services generating millions of metrics, logs, and traces every minute.</a:t>
            </a:r>
            <a:br>
              <a:rPr sz="1400" dirty="0"/>
            </a:br>
            <a:br>
              <a:rPr sz="1400" dirty="0"/>
            </a:br>
            <a:r>
              <a:rPr sz="1400" dirty="0"/>
              <a:t>When something breaks, engineers spend 70-80% of incident time just finding the root cause, not fixing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5943600" cy="91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  <a:defRPr sz="1250" b="0" i="0">
                <a:solidFill>
                  <a:srgbClr val="5C564E"/>
                </a:solidFill>
                <a:latin typeface="Calibri"/>
              </a:defRPr>
            </a:pPr>
            <a:r>
              <a:rPr sz="1400" dirty="0"/>
              <a:t>The Distributed Root Cause Investigator is an AI-native platform that transforms reactive incident management into proactive, automated intelligence. It fuses deep learning, causal inference, and graph analysis to identify WHY systems fail.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5943600" cy="1371600"/>
          </a:xfrm>
          <a:prstGeom prst="roundRect">
            <a:avLst/>
          </a:prstGeom>
          <a:solidFill>
            <a:srgbClr val="F9F8F6"/>
          </a:solidFill>
          <a:ln w="9525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4297680"/>
            <a:ext cx="5486400" cy="261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35"/>
              </a:lnSpc>
              <a:spcAft>
                <a:spcPts val="0"/>
              </a:spcAft>
              <a:defRPr sz="950" b="1" i="0">
                <a:solidFill>
                  <a:srgbClr val="0D7C66"/>
                </a:solidFill>
                <a:latin typeface="Calibri"/>
              </a:defRPr>
            </a:pPr>
            <a:r>
              <a:rPr sz="1600" dirty="0"/>
              <a:t>KEY INNOVATION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617720"/>
            <a:ext cx="5486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 i="0">
                <a:solidFill>
                  <a:srgbClr val="5C564E"/>
                </a:solidFill>
                <a:latin typeface="Calibri"/>
              </a:defRPr>
            </a:pPr>
            <a:r>
              <a:rPr sz="1400" dirty="0"/>
              <a:t>Multi-signal fusion engine combining 7 AI/ML models - all built from scratch in </a:t>
            </a:r>
            <a:r>
              <a:rPr sz="1400" dirty="0" err="1"/>
              <a:t>PyTorch</a:t>
            </a:r>
            <a:r>
              <a:rPr sz="1400" dirty="0"/>
              <a:t> with zero external ML API dependencies - delivering production-grade root cause analysis at enterprise scale.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1508760"/>
            <a:ext cx="2194560" cy="1371600"/>
          </a:xfrm>
          <a:prstGeom prst="roundRect">
            <a:avLst/>
          </a:prstGeom>
          <a:solidFill>
            <a:srgbClr val="F9F8F6"/>
          </a:solidFill>
          <a:ln w="9525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0" y="1673351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20"/>
              </a:lnSpc>
              <a:spcAft>
                <a:spcPts val="0"/>
              </a:spcAft>
              <a:defRPr sz="3400" b="1" i="0">
                <a:solidFill>
                  <a:srgbClr val="0F1A30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221991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35"/>
              </a:lnSpc>
              <a:spcAft>
                <a:spcPts val="0"/>
              </a:spcAft>
              <a:defRPr sz="950" b="1" i="0">
                <a:solidFill>
                  <a:srgbClr val="7A746A"/>
                </a:solidFill>
                <a:latin typeface="Calibri"/>
              </a:defRPr>
            </a:pPr>
            <a:r>
              <a:t>AI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51460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5"/>
              </a:lnSpc>
              <a:spcAft>
                <a:spcPts val="0"/>
              </a:spcAft>
              <a:defRPr sz="850" b="0" i="0">
                <a:solidFill>
                  <a:srgbClr val="7A746A"/>
                </a:solidFill>
                <a:latin typeface="Calibri"/>
              </a:defRPr>
            </a:pPr>
            <a:r>
              <a:t>All custom-built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1508760"/>
            <a:ext cx="2194560" cy="1371600"/>
          </a:xfrm>
          <a:prstGeom prst="roundRect">
            <a:avLst/>
          </a:prstGeom>
          <a:solidFill>
            <a:srgbClr val="F9F8F6"/>
          </a:solidFill>
          <a:ln w="9525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0" y="1673351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20"/>
              </a:lnSpc>
              <a:spcAft>
                <a:spcPts val="0"/>
              </a:spcAft>
              <a:defRPr sz="3400" b="1" i="0">
                <a:solidFill>
                  <a:srgbClr val="0F1A30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221991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35"/>
              </a:lnSpc>
              <a:spcAft>
                <a:spcPts val="0"/>
              </a:spcAft>
              <a:defRPr sz="950" b="1" i="0">
                <a:solidFill>
                  <a:srgbClr val="7A746A"/>
                </a:solidFill>
                <a:latin typeface="Calibri"/>
              </a:defRPr>
            </a:pPr>
            <a:r>
              <a:t>MICROSERVICES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51460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5"/>
              </a:lnSpc>
              <a:spcAft>
                <a:spcPts val="0"/>
              </a:spcAft>
              <a:defRPr sz="850" b="0" i="0">
                <a:solidFill>
                  <a:srgbClr val="7A746A"/>
                </a:solidFill>
                <a:latin typeface="Calibri"/>
              </a:defRPr>
            </a:pPr>
            <a:r>
              <a:t>Monitored real-time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3063240"/>
            <a:ext cx="2194560" cy="1371600"/>
          </a:xfrm>
          <a:prstGeom prst="roundRect">
            <a:avLst/>
          </a:prstGeom>
          <a:solidFill>
            <a:srgbClr val="F9F8F6"/>
          </a:solidFill>
          <a:ln w="9525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0" y="322783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20"/>
              </a:lnSpc>
              <a:spcAft>
                <a:spcPts val="0"/>
              </a:spcAft>
              <a:defRPr sz="3400" b="1" i="0">
                <a:solidFill>
                  <a:srgbClr val="0F1A30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7764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35"/>
              </a:lnSpc>
              <a:spcAft>
                <a:spcPts val="0"/>
              </a:spcAft>
              <a:defRPr sz="950" b="1" i="0">
                <a:solidFill>
                  <a:srgbClr val="7A746A"/>
                </a:solidFill>
                <a:latin typeface="Calibri"/>
              </a:defRPr>
            </a:pPr>
            <a:r>
              <a:t>API ENDPOINTS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40690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5"/>
              </a:lnSpc>
              <a:spcAft>
                <a:spcPts val="0"/>
              </a:spcAft>
              <a:defRPr sz="850" b="0" i="0">
                <a:solidFill>
                  <a:srgbClr val="7A746A"/>
                </a:solidFill>
                <a:latin typeface="Calibri"/>
              </a:defRPr>
            </a:pPr>
            <a:r>
              <a:t>RESTful services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3063240"/>
            <a:ext cx="2194560" cy="1371600"/>
          </a:xfrm>
          <a:prstGeom prst="roundRect">
            <a:avLst/>
          </a:prstGeom>
          <a:solidFill>
            <a:srgbClr val="F9F8F6"/>
          </a:solidFill>
          <a:ln w="9525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09760" y="3227832"/>
            <a:ext cx="2194560" cy="630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20"/>
              </a:lnSpc>
              <a:spcAft>
                <a:spcPts val="0"/>
              </a:spcAft>
              <a:defRPr sz="3400" b="1" i="0">
                <a:solidFill>
                  <a:srgbClr val="0F1A30"/>
                </a:solidFill>
                <a:latin typeface="Calibri"/>
              </a:defRPr>
            </a:pPr>
            <a:r>
              <a:rPr dirty="0"/>
              <a:t>&lt;</a:t>
            </a:r>
            <a:r>
              <a:rPr lang="en-US" dirty="0"/>
              <a:t>20</a:t>
            </a:r>
            <a:r>
              <a:rPr dirty="0"/>
              <a:t>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37764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35"/>
              </a:lnSpc>
              <a:spcAft>
                <a:spcPts val="0"/>
              </a:spcAft>
              <a:defRPr sz="950" b="1" i="0">
                <a:solidFill>
                  <a:srgbClr val="7A746A"/>
                </a:solidFill>
                <a:latin typeface="Calibri"/>
              </a:defRPr>
            </a:pPr>
            <a:r>
              <a:t>DETECTION 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40690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5"/>
              </a:lnSpc>
              <a:spcAft>
                <a:spcPts val="0"/>
              </a:spcAft>
              <a:defRPr sz="850" b="0" i="0">
                <a:solidFill>
                  <a:srgbClr val="7A746A"/>
                </a:solidFill>
                <a:latin typeface="Calibri"/>
              </a:defRPr>
            </a:pPr>
            <a:r>
              <a:t>End-to-end RCA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11480"/>
            <a:ext cx="320040" cy="18288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" y="356616"/>
            <a:ext cx="5486400" cy="31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1" i="0">
                <a:solidFill>
                  <a:srgbClr val="0D7C66"/>
                </a:solidFill>
                <a:latin typeface="Calibri"/>
              </a:defRPr>
            </a:pPr>
            <a:r>
              <a:rPr sz="3200" dirty="0"/>
              <a:t>02 -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337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0F1A30"/>
                </a:solidFill>
                <a:latin typeface="Calibri"/>
              </a:rPr>
              <a:t>Why Do </a:t>
            </a:r>
            <a:r>
              <a:rPr sz="2800" b="1" dirty="0">
                <a:solidFill>
                  <a:srgbClr val="0D7C66"/>
                </a:solidFill>
                <a:latin typeface="Calibri"/>
              </a:rPr>
              <a:t>Outages Cost So Much?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515600" cy="521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 i="0">
                <a:solidFill>
                  <a:srgbClr val="5C564E"/>
                </a:solidFill>
                <a:latin typeface="Calibri"/>
              </a:defRPr>
            </a:pPr>
            <a:r>
              <a:rPr sz="1400" dirty="0"/>
              <a:t>Distributed systems generate cascading failures that are extremely difficult to debug manually. Current monitoring tools detect symptoms, not causes.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338328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343572"/>
            <a:ext cx="30175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 i="0">
                <a:solidFill>
                  <a:srgbClr val="0F1A30"/>
                </a:solidFill>
                <a:latin typeface="Calibri"/>
              </a:defRPr>
            </a:pPr>
            <a:r>
              <a:rPr sz="1500" dirty="0"/>
              <a:t>$400K+ Per Hour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04251"/>
            <a:ext cx="3017520" cy="992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 i="0">
                <a:solidFill>
                  <a:srgbClr val="5C564E"/>
                </a:solidFill>
                <a:latin typeface="Calibri"/>
              </a:defRPr>
            </a:pPr>
            <a:r>
              <a:rPr sz="1400" dirty="0"/>
              <a:t>Average cost of unplanned downtime for enterprises. Even a 30-minute outage can cost Rs. 1.5-2 Crore for Indian IT companies running SaaS / FinTech.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94560"/>
            <a:ext cx="338328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2352033"/>
            <a:ext cx="30175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 i="0">
                <a:solidFill>
                  <a:srgbClr val="0F1A30"/>
                </a:solidFill>
                <a:latin typeface="Calibri"/>
              </a:defRPr>
            </a:pPr>
            <a:r>
              <a:rPr sz="1500" dirty="0"/>
              <a:t>MTTR: 4-8 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704253"/>
            <a:ext cx="3017520" cy="992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 i="0">
                <a:solidFill>
                  <a:srgbClr val="5C564E"/>
                </a:solidFill>
                <a:latin typeface="Calibri"/>
              </a:defRPr>
            </a:pPr>
            <a:r>
              <a:rPr sz="1400" dirty="0"/>
              <a:t>Mean Time To Resolution remains stubbornly high. Engineers manually correlate logs across dozens of services, chasing symptoms while root cause persists.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194560"/>
            <a:ext cx="338328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2309706"/>
            <a:ext cx="30175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 i="0">
                <a:solidFill>
                  <a:srgbClr val="0F1A30"/>
                </a:solidFill>
                <a:latin typeface="Calibri"/>
              </a:defRPr>
            </a:pPr>
            <a:r>
              <a:rPr sz="1500" dirty="0"/>
              <a:t>Cascading Failures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670387"/>
            <a:ext cx="3017520" cy="81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 i="0">
                <a:solidFill>
                  <a:srgbClr val="5C564E"/>
                </a:solidFill>
                <a:latin typeface="Calibri"/>
              </a:defRPr>
            </a:pPr>
            <a:r>
              <a:rPr sz="1400" dirty="0"/>
              <a:t>A memory leak in one service silently propagates to 5+ downstream services, creating alert storms of 200+ false alerts overwhelming on-call teams.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846320"/>
            <a:ext cx="8961120" cy="1645920"/>
          </a:xfrm>
          <a:prstGeom prst="roundRect">
            <a:avLst/>
          </a:prstGeom>
          <a:solidFill>
            <a:srgbClr val="F0EEEA"/>
          </a:solidFill>
          <a:ln w="9525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657600" cy="288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1" i="0">
                <a:solidFill>
                  <a:srgbClr val="C25D45"/>
                </a:solidFill>
                <a:latin typeface="Calibri"/>
              </a:defRPr>
            </a:pPr>
            <a:r>
              <a:rPr sz="2400" dirty="0"/>
              <a:t>CORE PROBLEM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2578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 i="0">
                <a:solidFill>
                  <a:srgbClr val="0F1A30"/>
                </a:solidFill>
                <a:latin typeface="Calibri"/>
              </a:defRPr>
            </a:pPr>
            <a:r>
              <a:rPr dirty="0"/>
              <a:t>Existing tools tell you THAT something is wrong. They cannot tell you WHY.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715000"/>
            <a:ext cx="7772400" cy="453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 i="0">
                <a:solidFill>
                  <a:srgbClr val="5C564E"/>
                </a:solidFill>
                <a:latin typeface="Calibri"/>
              </a:defRPr>
            </a:pPr>
            <a:r>
              <a:rPr sz="1400" dirty="0"/>
              <a:t>Traditional monitoring (Prometheus, Grafana, PagerDuty) provides dashboards and alerts but zero automated root cause analysis. SREs manually trace failure chains.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502920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460"/>
              </a:lnSpc>
              <a:spcAft>
                <a:spcPts val="0"/>
              </a:spcAft>
              <a:defRPr sz="4200" b="1" i="0">
                <a:solidFill>
                  <a:srgbClr val="C25D45"/>
                </a:solidFill>
                <a:latin typeface="Calibri"/>
              </a:defRPr>
            </a:pPr>
            <a:r>
              <a:rPr dirty="0"/>
              <a:t>76%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56692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35"/>
              </a:lnSpc>
              <a:spcAft>
                <a:spcPts val="0"/>
              </a:spcAft>
              <a:defRPr sz="950" b="0" i="0">
                <a:solidFill>
                  <a:srgbClr val="7A746A"/>
                </a:solidFill>
                <a:latin typeface="Calibri"/>
              </a:defRPr>
            </a:pPr>
            <a:r>
              <a:t>of incident time spent</a:t>
            </a:r>
            <a:br/>
            <a:r>
              <a:t>finding root cause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11480"/>
            <a:ext cx="320040" cy="18288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" y="356616"/>
            <a:ext cx="5486400" cy="31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1" i="0">
                <a:solidFill>
                  <a:srgbClr val="0D7C66"/>
                </a:solidFill>
                <a:latin typeface="Calibri"/>
              </a:defRPr>
            </a:pPr>
            <a:r>
              <a:rPr sz="3200" dirty="0"/>
              <a:t>03 -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05935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0F1A30"/>
                </a:solidFill>
                <a:latin typeface="Calibri"/>
              </a:rPr>
              <a:t>What We </a:t>
            </a:r>
            <a:r>
              <a:rPr sz="2800" b="1" dirty="0">
                <a:solidFill>
                  <a:srgbClr val="0D7C66"/>
                </a:solidFill>
                <a:latin typeface="Calibri"/>
              </a:rPr>
              <a:t>Solve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515600" cy="521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 i="0">
                <a:solidFill>
                  <a:srgbClr val="5C564E"/>
                </a:solidFill>
                <a:latin typeface="Calibri"/>
              </a:defRPr>
            </a:pPr>
            <a:r>
              <a:rPr sz="1400" dirty="0"/>
              <a:t>Build an end-to-end AI platform that automatically detects, diagnoses, and explains failures in distributed systems - from reactive alerting to proactive intelligence.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39496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3317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 i="0">
                <a:solidFill>
                  <a:srgbClr val="0F1A3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286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 i="0">
                <a:solidFill>
                  <a:srgbClr val="0F1A30"/>
                </a:solidFill>
                <a:latin typeface="Calibri"/>
              </a:defRPr>
            </a:pPr>
            <a:r>
              <a:t>Detect Anomalies in Real-Time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 i="0">
                <a:solidFill>
                  <a:srgbClr val="7A746A"/>
                </a:solidFill>
                <a:latin typeface="Calibri"/>
              </a:defRPr>
            </a:pPr>
            <a:r>
              <a:rPr dirty="0"/>
              <a:t>LSTM Autoencoder + Statistical Ensemble with u+3o threshold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46120"/>
            <a:ext cx="539496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3383279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 i="0">
                <a:solidFill>
                  <a:srgbClr val="0F1A3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337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 i="0">
                <a:solidFill>
                  <a:srgbClr val="0F1A30"/>
                </a:solidFill>
                <a:latin typeface="Calibri"/>
              </a:defRPr>
            </a:pPr>
            <a:r>
              <a:t>Classify Log Severity with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703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 i="0">
                <a:solidFill>
                  <a:srgbClr val="7A746A"/>
                </a:solidFill>
                <a:latin typeface="Calibri"/>
              </a:defRPr>
            </a:pPr>
            <a:r>
              <a:t>Custom 4-layer Transformer, 8-head attention, MLM pre-trained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97679"/>
            <a:ext cx="539496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443484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 i="0">
                <a:solidFill>
                  <a:srgbClr val="0F1A3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38911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 i="0">
                <a:solidFill>
                  <a:srgbClr val="0F1A30"/>
                </a:solidFill>
                <a:latin typeface="Calibri"/>
              </a:defRPr>
            </a:pPr>
            <a:r>
              <a:t>Trace Failure Propagation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7548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 i="0">
                <a:solidFill>
                  <a:srgbClr val="7A746A"/>
                </a:solidFill>
                <a:latin typeface="Calibri"/>
              </a:defRPr>
            </a:pPr>
            <a:r>
              <a:t>PageRank-weighted graph analysis on service dependency topology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49240"/>
            <a:ext cx="539496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548640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 i="0">
                <a:solidFill>
                  <a:srgbClr val="0F1A3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4406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 i="0">
                <a:solidFill>
                  <a:srgbClr val="0F1A30"/>
                </a:solidFill>
                <a:latin typeface="Calibri"/>
              </a:defRPr>
            </a:pPr>
            <a:r>
              <a:t>Infer Causal Relationships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806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 i="0">
                <a:solidFill>
                  <a:srgbClr val="7A746A"/>
                </a:solidFill>
                <a:latin typeface="Calibri"/>
              </a:defRPr>
            </a:pPr>
            <a:r>
              <a:t>Time-lag cross-correlation for Granger-like causality testing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2194560"/>
            <a:ext cx="539496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19672" y="23317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 i="0">
                <a:solidFill>
                  <a:srgbClr val="0F1A30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2286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 i="0">
                <a:solidFill>
                  <a:srgbClr val="0F1A30"/>
                </a:solidFill>
                <a:latin typeface="Calibri"/>
              </a:defRPr>
            </a:pPr>
            <a:r>
              <a:t>Predict Upcoming Failures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 i="0">
                <a:solidFill>
                  <a:srgbClr val="7A746A"/>
                </a:solidFill>
                <a:latin typeface="Calibri"/>
              </a:defRPr>
            </a:pPr>
            <a:r>
              <a:t>Linear trend extrapolation with 5-minute horizon forecasting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3246120"/>
            <a:ext cx="539496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19672" y="3383279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 i="0">
                <a:solidFill>
                  <a:srgbClr val="0F1A30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3337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 i="0">
                <a:solidFill>
                  <a:srgbClr val="0F1A30"/>
                </a:solidFill>
                <a:latin typeface="Calibri"/>
              </a:defRPr>
            </a:pPr>
            <a:r>
              <a:t>Match Known Failure Patterns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703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 i="0">
                <a:solidFill>
                  <a:srgbClr val="7A746A"/>
                </a:solidFill>
                <a:latin typeface="Calibri"/>
              </a:defRPr>
            </a:pPr>
            <a:r>
              <a:t>TF-IDF + cosine similarity against curated knowledge base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4297679"/>
            <a:ext cx="539496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19672" y="443484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 i="0">
                <a:solidFill>
                  <a:srgbClr val="0F1A30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438911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 i="0">
                <a:solidFill>
                  <a:srgbClr val="0F1A30"/>
                </a:solidFill>
                <a:latin typeface="Calibri"/>
              </a:defRPr>
            </a:pPr>
            <a:r>
              <a:t>Score Confidence &amp; Impact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7548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 i="0">
                <a:solidFill>
                  <a:srgbClr val="7A746A"/>
                </a:solidFill>
                <a:latin typeface="Calibri"/>
              </a:defRPr>
            </a:pPr>
            <a:r>
              <a:t>Multi-signal weighted fusion for calibrated confidence scoring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5349240"/>
            <a:ext cx="5394960" cy="868680"/>
          </a:xfrm>
          <a:prstGeom prst="roundRect">
            <a:avLst/>
          </a:prstGeom>
          <a:solidFill>
            <a:srgbClr val="F9F8F6"/>
          </a:solidFill>
          <a:ln w="9525">
            <a:solidFill>
              <a:srgbClr val="0F1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37960" y="5394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 i="1">
                <a:solidFill>
                  <a:srgbClr val="0F1A30"/>
                </a:solidFill>
                <a:latin typeface="Calibri"/>
              </a:defRPr>
            </a:pPr>
            <a:r>
              <a:t>"Reduce MTTR from hours to seconds - automatically."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5852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35"/>
              </a:lnSpc>
              <a:spcAft>
                <a:spcPts val="0"/>
              </a:spcAft>
              <a:defRPr sz="950" b="1" i="0">
                <a:solidFill>
                  <a:srgbClr val="7A746A"/>
                </a:solidFill>
                <a:latin typeface="Calibri"/>
              </a:defRPr>
            </a:pPr>
            <a:r>
              <a:t>- Core Mission Statement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11480"/>
            <a:ext cx="320040" cy="18288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2999" y="356616"/>
            <a:ext cx="8415867" cy="31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1" i="0">
                <a:solidFill>
                  <a:srgbClr val="0D7C66"/>
                </a:solidFill>
                <a:latin typeface="Calibri"/>
              </a:defRPr>
            </a:pPr>
            <a:r>
              <a:rPr sz="3200" dirty="0"/>
              <a:t>04 - METHODOLOGY &amp;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3603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0F1A30"/>
                </a:solidFill>
                <a:latin typeface="Calibri"/>
              </a:rPr>
              <a:t>How It </a:t>
            </a:r>
            <a:r>
              <a:rPr sz="2800" b="1" dirty="0">
                <a:solidFill>
                  <a:srgbClr val="0D7C66"/>
                </a:solidFill>
                <a:latin typeface="Calibri"/>
              </a:rPr>
              <a:t>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30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 i="0">
                <a:solidFill>
                  <a:srgbClr val="5C564E"/>
                </a:solidFill>
                <a:latin typeface="Calibri"/>
              </a:defRPr>
            </a:pPr>
            <a:r>
              <a:rPr sz="1400" dirty="0"/>
              <a:t>End-to-end pipeline from telemetry ingestion to root cause explanation.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965960"/>
            <a:ext cx="4480560" cy="6400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0D7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0" y="20116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1" i="0">
                <a:solidFill>
                  <a:srgbClr val="0D7C66"/>
                </a:solidFill>
                <a:latin typeface="Calibri"/>
              </a:defRPr>
            </a:pPr>
            <a:r>
              <a:t>TELEMETRY 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33172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7A746A"/>
                </a:solidFill>
                <a:latin typeface="Calibri"/>
              </a:defRPr>
            </a:pPr>
            <a:r>
              <a:t>11 services  |  5 metrics  |  600s windows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6060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 i="0">
                <a:solidFill>
                  <a:srgbClr val="7A746A"/>
                </a:solidFill>
                <a:latin typeface="Calibri"/>
              </a:defRPr>
            </a:pPr>
            <a:r>
              <a:rPr dirty="0"/>
              <a:t>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80360"/>
            <a:ext cx="3474720" cy="777240"/>
          </a:xfrm>
          <a:prstGeom prst="roundRect">
            <a:avLst/>
          </a:prstGeom>
          <a:solidFill>
            <a:srgbClr val="F5F0FC"/>
          </a:solidFill>
          <a:ln w="9525">
            <a:solidFill>
              <a:srgbClr val="7C5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65"/>
              </a:lnSpc>
              <a:spcAft>
                <a:spcPts val="0"/>
              </a:spcAft>
              <a:defRPr sz="1050" b="1" i="0">
                <a:solidFill>
                  <a:srgbClr val="7C5CBF"/>
                </a:solidFill>
                <a:latin typeface="Calibri"/>
              </a:defRPr>
            </a:pPr>
            <a:r>
              <a:t>TRANSFORMER ENCODER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46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5"/>
              </a:lnSpc>
              <a:spcAft>
                <a:spcPts val="0"/>
              </a:spcAft>
              <a:defRPr sz="850" b="0" i="0">
                <a:solidFill>
                  <a:srgbClr val="7A746A"/>
                </a:solidFill>
                <a:latin typeface="Calibri"/>
              </a:defRPr>
            </a:pPr>
            <a:r>
              <a:t>4-layer, 8-head attention</a:t>
            </a:r>
            <a:br/>
            <a:r>
              <a:t>Log Classification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2880360"/>
            <a:ext cx="3474720" cy="777240"/>
          </a:xfrm>
          <a:prstGeom prst="roundRect">
            <a:avLst/>
          </a:prstGeom>
          <a:solidFill>
            <a:srgbClr val="EDF3FA"/>
          </a:solidFill>
          <a:ln w="9525">
            <a:solidFill>
              <a:srgbClr val="4A7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59" y="29260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65"/>
              </a:lnSpc>
              <a:spcAft>
                <a:spcPts val="0"/>
              </a:spcAft>
              <a:defRPr sz="1050" b="1" i="0">
                <a:solidFill>
                  <a:srgbClr val="4A7FC4"/>
                </a:solidFill>
                <a:latin typeface="Calibri"/>
              </a:defRPr>
            </a:pPr>
            <a:r>
              <a:t>LSTM AUTOENCODER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3246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5"/>
              </a:lnSpc>
              <a:spcAft>
                <a:spcPts val="0"/>
              </a:spcAft>
              <a:defRPr sz="850" b="0" i="0">
                <a:solidFill>
                  <a:srgbClr val="7A746A"/>
                </a:solidFill>
                <a:latin typeface="Calibri"/>
              </a:defRPr>
            </a:pPr>
            <a:r>
              <a:t>64-&gt;32 bottleneck</a:t>
            </a:r>
            <a:br/>
            <a:r>
              <a:t>Anomaly Detection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880360"/>
            <a:ext cx="3474720" cy="77724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0D7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29260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65"/>
              </a:lnSpc>
              <a:spcAft>
                <a:spcPts val="0"/>
              </a:spcAft>
              <a:defRPr sz="1050" b="1" i="0">
                <a:solidFill>
                  <a:srgbClr val="0D7C66"/>
                </a:solidFill>
                <a:latin typeface="Calibri"/>
              </a:defRPr>
            </a:pPr>
            <a:r>
              <a:t>GRAPH ANALYZER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246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5"/>
              </a:lnSpc>
              <a:spcAft>
                <a:spcPts val="0"/>
              </a:spcAft>
              <a:defRPr sz="850" b="0" i="0">
                <a:solidFill>
                  <a:srgbClr val="7A746A"/>
                </a:solidFill>
                <a:latin typeface="Calibri"/>
              </a:defRPr>
            </a:pPr>
            <a:r>
              <a:t>PageRank + BFS</a:t>
            </a:r>
            <a:br/>
            <a:r>
              <a:t>Propagation Trace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6576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 i="0">
                <a:solidFill>
                  <a:srgbClr val="7A746A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931920"/>
            <a:ext cx="2651760" cy="685800"/>
          </a:xfrm>
          <a:prstGeom prst="roundRect">
            <a:avLst/>
          </a:prstGeom>
          <a:solidFill>
            <a:srgbClr val="FBF6E8"/>
          </a:solidFill>
          <a:ln w="9525">
            <a:solidFill>
              <a:srgbClr val="B89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35"/>
              </a:lnSpc>
              <a:spcAft>
                <a:spcPts val="0"/>
              </a:spcAft>
              <a:defRPr sz="950" b="1" i="0">
                <a:solidFill>
                  <a:srgbClr val="B8902A"/>
                </a:solidFill>
                <a:latin typeface="Calibri"/>
              </a:defRPr>
            </a:pPr>
            <a:r>
              <a:t>CAUSAL INFERENCE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51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5"/>
              </a:lnSpc>
              <a:spcAft>
                <a:spcPts val="0"/>
              </a:spcAft>
              <a:defRPr sz="850" b="0" i="0">
                <a:solidFill>
                  <a:srgbClr val="7A746A"/>
                </a:solidFill>
                <a:latin typeface="Calibri"/>
              </a:defRPr>
            </a:pPr>
            <a:r>
              <a:t>Cross-correlation lag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7560" y="3931920"/>
            <a:ext cx="2651760" cy="685800"/>
          </a:xfrm>
          <a:prstGeom prst="roundRect">
            <a:avLst/>
          </a:prstGeom>
          <a:solidFill>
            <a:srgbClr val="FDF0ED"/>
          </a:solidFill>
          <a:ln w="9525">
            <a:solidFill>
              <a:srgbClr val="C25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33756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35"/>
              </a:lnSpc>
              <a:spcAft>
                <a:spcPts val="0"/>
              </a:spcAft>
              <a:defRPr sz="950" b="1" i="0">
                <a:solidFill>
                  <a:srgbClr val="C25D45"/>
                </a:solidFill>
                <a:latin typeface="Calibri"/>
              </a:defRPr>
            </a:pPr>
            <a:r>
              <a:t>PREDICTIVE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251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5"/>
              </a:lnSpc>
              <a:spcAft>
                <a:spcPts val="0"/>
              </a:spcAft>
              <a:defRPr sz="850" b="0" i="0">
                <a:solidFill>
                  <a:srgbClr val="7A746A"/>
                </a:solidFill>
                <a:latin typeface="Calibri"/>
              </a:defRPr>
            </a:pPr>
            <a:r>
              <a:rPr dirty="0"/>
              <a:t>5-min horizon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931920"/>
            <a:ext cx="2651760" cy="685800"/>
          </a:xfrm>
          <a:prstGeom prst="roundRect">
            <a:avLst/>
          </a:prstGeom>
          <a:solidFill>
            <a:srgbClr val="F0F9F4"/>
          </a:solidFill>
          <a:ln w="9525">
            <a:solidFill>
              <a:srgbClr val="2D8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35"/>
              </a:lnSpc>
              <a:spcAft>
                <a:spcPts val="0"/>
              </a:spcAft>
              <a:defRPr sz="950" b="1" i="0">
                <a:solidFill>
                  <a:srgbClr val="2D8A56"/>
                </a:solidFill>
                <a:latin typeface="Calibri"/>
              </a:defRPr>
            </a:pPr>
            <a:r>
              <a:t>PATTERN MEMORY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251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5"/>
              </a:lnSpc>
              <a:spcAft>
                <a:spcPts val="0"/>
              </a:spcAft>
              <a:defRPr sz="850" b="0" i="0">
                <a:solidFill>
                  <a:srgbClr val="7A746A"/>
                </a:solidFill>
                <a:latin typeface="Calibri"/>
              </a:defRPr>
            </a:pPr>
            <a:r>
              <a:t>TF-IDF similarity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8280" y="3931920"/>
            <a:ext cx="2651760" cy="685800"/>
          </a:xfrm>
          <a:prstGeom prst="roundRect">
            <a:avLst/>
          </a:prstGeom>
          <a:solidFill>
            <a:srgbClr val="F5F0FC"/>
          </a:solidFill>
          <a:ln w="9525">
            <a:solidFill>
              <a:srgbClr val="7C5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9828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35"/>
              </a:lnSpc>
              <a:spcAft>
                <a:spcPts val="0"/>
              </a:spcAft>
              <a:defRPr sz="950" b="1" i="0">
                <a:solidFill>
                  <a:srgbClr val="7C5CBF"/>
                </a:solidFill>
                <a:latin typeface="Calibri"/>
              </a:defRPr>
            </a:pPr>
            <a:r>
              <a:t>CONFIDENCE SCORER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4251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5"/>
              </a:lnSpc>
              <a:spcAft>
                <a:spcPts val="0"/>
              </a:spcAft>
              <a:defRPr sz="850" b="0" i="0">
                <a:solidFill>
                  <a:srgbClr val="7A746A"/>
                </a:solidFill>
                <a:latin typeface="Calibri"/>
              </a:defRPr>
            </a:pPr>
            <a:r>
              <a:t>Multi-signal fusion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46177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 i="0">
                <a:solidFill>
                  <a:srgbClr val="7A746A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0" y="4892040"/>
            <a:ext cx="6675120" cy="68580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0D7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43200" y="493776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1" i="0">
                <a:solidFill>
                  <a:srgbClr val="0D7C66"/>
                </a:solidFill>
                <a:latin typeface="Calibri"/>
              </a:defRPr>
            </a:pPr>
            <a:r>
              <a:t>ROOT CAUSE ENGINE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525780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7A746A"/>
                </a:solidFill>
                <a:latin typeface="Calibri"/>
              </a:defRPr>
            </a:pPr>
            <a:r>
              <a:t>Multi-Signal Fusion  |  Weighted Scoring  |  Automated Explanation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0" y="55778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 i="0">
                <a:solidFill>
                  <a:srgbClr val="7A746A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0" y="5852160"/>
            <a:ext cx="6675120" cy="640080"/>
          </a:xfrm>
          <a:prstGeom prst="roundRect">
            <a:avLst/>
          </a:prstGeom>
          <a:solidFill>
            <a:srgbClr val="F0F9F4"/>
          </a:solidFill>
          <a:ln w="9525">
            <a:solidFill>
              <a:srgbClr val="2D8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743200" y="589788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1" i="0">
                <a:solidFill>
                  <a:srgbClr val="2D8A56"/>
                </a:solidFill>
                <a:latin typeface="Calibri"/>
              </a:defRPr>
            </a:pPr>
            <a:r>
              <a:t>REACT + D3.JS 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617220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7A746A"/>
                </a:solidFill>
                <a:latin typeface="Calibri"/>
              </a:defRPr>
            </a:pPr>
            <a:r>
              <a:t>Interactive Topology  |  Real-time Visualization  |  Actionable Insights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05AA35C-50BE-F105-9AEC-9158C101A512}"/>
              </a:ext>
            </a:extLst>
          </p:cNvPr>
          <p:cNvSpPr txBox="1"/>
          <p:nvPr/>
        </p:nvSpPr>
        <p:spPr>
          <a:xfrm rot="16200000">
            <a:off x="4068231" y="3156373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 i="0">
                <a:solidFill>
                  <a:srgbClr val="7A746A"/>
                </a:solidFill>
                <a:latin typeface="Calibri"/>
              </a:defRPr>
            </a:pPr>
            <a:r>
              <a:rPr dirty="0"/>
              <a:t>v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8DCDB4E-5101-CD24-3C75-F50E9DEA21C9}"/>
              </a:ext>
            </a:extLst>
          </p:cNvPr>
          <p:cNvSpPr txBox="1"/>
          <p:nvPr/>
        </p:nvSpPr>
        <p:spPr>
          <a:xfrm rot="16200000">
            <a:off x="7793576" y="3173301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 i="0">
                <a:solidFill>
                  <a:srgbClr val="7A746A"/>
                </a:solidFill>
                <a:latin typeface="Calibri"/>
              </a:defRPr>
            </a:pPr>
            <a:r>
              <a:rPr dirty="0"/>
              <a:t>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11480"/>
            <a:ext cx="320040" cy="18288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2999" y="356616"/>
            <a:ext cx="7001933" cy="31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1" i="0">
                <a:solidFill>
                  <a:srgbClr val="0D7C66"/>
                </a:solidFill>
                <a:latin typeface="Calibri"/>
              </a:defRPr>
            </a:pPr>
            <a:r>
              <a:rPr sz="3200" dirty="0"/>
              <a:t>05 - AI/ML MODEL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82134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0F1A30"/>
                </a:solidFill>
                <a:latin typeface="Calibri"/>
              </a:rPr>
              <a:t>Seven Models. </a:t>
            </a:r>
            <a:r>
              <a:rPr sz="2800" b="1" dirty="0">
                <a:solidFill>
                  <a:srgbClr val="0D7C66"/>
                </a:solidFill>
                <a:latin typeface="Calibri"/>
              </a:rPr>
              <a:t>Zero API Keys.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515600" cy="521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 i="0">
                <a:solidFill>
                  <a:srgbClr val="5C564E"/>
                </a:solidFill>
                <a:latin typeface="Calibri"/>
              </a:defRPr>
            </a:pPr>
            <a:r>
              <a:rPr sz="1400" dirty="0"/>
              <a:t>Every neural network and algorithm is built from scratch using raw </a:t>
            </a:r>
            <a:r>
              <a:rPr sz="1400" dirty="0" err="1"/>
              <a:t>PyTorch</a:t>
            </a:r>
            <a:r>
              <a:rPr sz="1400" dirty="0"/>
              <a:t> </a:t>
            </a:r>
            <a:r>
              <a:rPr sz="1400" dirty="0" err="1"/>
              <a:t>nn.Module</a:t>
            </a:r>
            <a:r>
              <a:rPr sz="1400" dirty="0"/>
              <a:t> - no </a:t>
            </a:r>
            <a:r>
              <a:rPr sz="1400" dirty="0" err="1"/>
              <a:t>HuggingFace</a:t>
            </a:r>
            <a:r>
              <a:rPr sz="1400" dirty="0"/>
              <a:t>, no OpenAI, no external ML dependencies.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48840"/>
            <a:ext cx="10698480" cy="41148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8" name="TextBox 7"/>
          <p:cNvSpPr txBox="1"/>
          <p:nvPr/>
        </p:nvSpPr>
        <p:spPr>
          <a:xfrm>
            <a:off x="731520" y="2176272"/>
            <a:ext cx="2286000" cy="26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1" i="0">
                <a:solidFill>
                  <a:srgbClr val="0F1A30"/>
                </a:solidFill>
                <a:latin typeface="Calibri"/>
              </a:defRPr>
            </a:pPr>
            <a:r>
              <a:rPr sz="1400" dirty="0"/>
              <a:t> 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176272"/>
            <a:ext cx="2926080" cy="26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176272"/>
            <a:ext cx="3474720" cy="26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2176272"/>
            <a:ext cx="1828800" cy="26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Key Config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2560320"/>
            <a:ext cx="10698480" cy="0"/>
          </a:xfrm>
          <a:prstGeom prst="line">
            <a:avLst/>
          </a:prstGeom>
          <a:ln w="19050">
            <a:solidFill>
              <a:srgbClr val="E2DF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31520" y="2651760"/>
            <a:ext cx="10698480" cy="50292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22860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15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  Log Embedder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697480"/>
            <a:ext cx="2926080" cy="27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 i="0">
                <a:solidFill>
                  <a:srgbClr val="5C564E"/>
                </a:solidFill>
                <a:latin typeface="Calibri"/>
              </a:defRPr>
            </a:pPr>
            <a:r>
              <a:rPr sz="1400"/>
              <a:t>4-Layer Transformer Encoder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697480"/>
            <a:ext cx="3474720" cy="27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 i="0">
                <a:solidFill>
                  <a:srgbClr val="5C564E"/>
                </a:solidFill>
                <a:latin typeface="Calibri"/>
              </a:defRPr>
            </a:pPr>
            <a:r>
              <a:rPr sz="1400"/>
              <a:t>MLM Pre-training + Severity Classification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2697480"/>
            <a:ext cx="1828800" cy="255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35"/>
              </a:lnSpc>
              <a:spcAft>
                <a:spcPts val="0"/>
              </a:spcAft>
              <a:defRPr sz="950" b="0" i="0">
                <a:solidFill>
                  <a:srgbClr val="0F1A30"/>
                </a:solidFill>
                <a:latin typeface="Calibri"/>
              </a:defRPr>
            </a:pPr>
            <a:r>
              <a:rPr sz="1400"/>
              <a:t>8 heads, 128-dim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1520" y="3136392"/>
            <a:ext cx="10698480" cy="0"/>
          </a:xfrm>
          <a:prstGeom prst="line">
            <a:avLst/>
          </a:prstGeom>
          <a:ln w="12700">
            <a:solidFill>
              <a:srgbClr val="F0E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" y="3246120"/>
            <a:ext cx="22860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15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  Anomaly Detector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246120"/>
            <a:ext cx="2926080" cy="27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 i="0">
                <a:solidFill>
                  <a:srgbClr val="5C564E"/>
                </a:solidFill>
                <a:latin typeface="Calibri"/>
              </a:defRPr>
            </a:pPr>
            <a:r>
              <a:rPr sz="1400"/>
              <a:t>LSTM Autoencoder (Enc-Dec)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246120"/>
            <a:ext cx="3474720" cy="27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 i="0">
                <a:solidFill>
                  <a:srgbClr val="5C564E"/>
                </a:solidFill>
                <a:latin typeface="Calibri"/>
              </a:defRPr>
            </a:pPr>
            <a:r>
              <a:rPr sz="1400"/>
              <a:t>Learn normal patterns, flag deviations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3246120"/>
            <a:ext cx="1828800" cy="255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35"/>
              </a:lnSpc>
              <a:spcAft>
                <a:spcPts val="0"/>
              </a:spcAft>
              <a:defRPr sz="950" b="0" i="0">
                <a:solidFill>
                  <a:srgbClr val="0F1A30"/>
                </a:solidFill>
                <a:latin typeface="Calibri"/>
              </a:defRPr>
            </a:pPr>
            <a:r>
              <a:rPr sz="1400"/>
              <a:t>64-&gt;32, u+3o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1520" y="3685032"/>
            <a:ext cx="10698480" cy="0"/>
          </a:xfrm>
          <a:prstGeom prst="line">
            <a:avLst/>
          </a:prstGeom>
          <a:ln w="12700">
            <a:solidFill>
              <a:srgbClr val="F0E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31520" y="3749040"/>
            <a:ext cx="10698480" cy="50292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5" name="TextBox 24"/>
          <p:cNvSpPr txBox="1"/>
          <p:nvPr/>
        </p:nvSpPr>
        <p:spPr>
          <a:xfrm>
            <a:off x="731520" y="3794760"/>
            <a:ext cx="22860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15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  Statistical Ensemble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794760"/>
            <a:ext cx="2926080" cy="27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 i="0">
                <a:solidFill>
                  <a:srgbClr val="5C564E"/>
                </a:solidFill>
                <a:latin typeface="Calibri"/>
              </a:defRPr>
            </a:pPr>
            <a:r>
              <a:rPr sz="1400"/>
              <a:t>Z-Score + EWMA + IQR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794760"/>
            <a:ext cx="3474720" cy="27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 i="0">
                <a:solidFill>
                  <a:srgbClr val="5C564E"/>
                </a:solidFill>
                <a:latin typeface="Calibri"/>
              </a:defRPr>
            </a:pPr>
            <a:r>
              <a:rPr sz="1400"/>
              <a:t>Complement LSTM with classical stats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794760"/>
            <a:ext cx="1828800" cy="255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35"/>
              </a:lnSpc>
              <a:spcAft>
                <a:spcPts val="0"/>
              </a:spcAft>
              <a:defRPr sz="950" b="0" i="0">
                <a:solidFill>
                  <a:srgbClr val="0F1A30"/>
                </a:solidFill>
                <a:latin typeface="Calibri"/>
              </a:defRPr>
            </a:pPr>
            <a:r>
              <a:rPr sz="1400"/>
              <a:t>Weighted fusion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31520" y="4233672"/>
            <a:ext cx="10698480" cy="0"/>
          </a:xfrm>
          <a:prstGeom prst="line">
            <a:avLst/>
          </a:prstGeom>
          <a:ln w="12700">
            <a:solidFill>
              <a:srgbClr val="F0E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31520" y="4343400"/>
            <a:ext cx="22860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15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  Causal Inference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4343400"/>
            <a:ext cx="2926080" cy="27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 i="0">
                <a:solidFill>
                  <a:srgbClr val="5C564E"/>
                </a:solidFill>
                <a:latin typeface="Calibri"/>
              </a:defRPr>
            </a:pPr>
            <a:r>
              <a:rPr sz="1400"/>
              <a:t>Cross-Corr + Dependency Graph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343400"/>
            <a:ext cx="3474720" cy="27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 i="0">
                <a:solidFill>
                  <a:srgbClr val="5C564E"/>
                </a:solidFill>
                <a:latin typeface="Calibri"/>
              </a:defRPr>
            </a:pPr>
            <a:r>
              <a:rPr sz="1400"/>
              <a:t>Determine cause-vs-effect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4343400"/>
            <a:ext cx="1828800" cy="255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35"/>
              </a:lnSpc>
              <a:spcAft>
                <a:spcPts val="0"/>
              </a:spcAft>
              <a:defRPr sz="950" b="0" i="0">
                <a:solidFill>
                  <a:srgbClr val="0F1A30"/>
                </a:solidFill>
                <a:latin typeface="Calibri"/>
              </a:defRPr>
            </a:pPr>
            <a:r>
              <a:rPr sz="1400"/>
              <a:t>lag=60s, corr&gt;=0.3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31520" y="4782312"/>
            <a:ext cx="10698480" cy="0"/>
          </a:xfrm>
          <a:prstGeom prst="line">
            <a:avLst/>
          </a:prstGeom>
          <a:ln w="12700">
            <a:solidFill>
              <a:srgbClr val="F0E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731520" y="4846320"/>
            <a:ext cx="10698480" cy="50292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6" name="TextBox 35"/>
          <p:cNvSpPr txBox="1"/>
          <p:nvPr/>
        </p:nvSpPr>
        <p:spPr>
          <a:xfrm>
            <a:off x="731520" y="4892040"/>
            <a:ext cx="22860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15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  Predictive Engine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4892040"/>
            <a:ext cx="2926080" cy="27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 i="0">
                <a:solidFill>
                  <a:srgbClr val="5C564E"/>
                </a:solidFill>
                <a:latin typeface="Calibri"/>
              </a:defRPr>
            </a:pPr>
            <a:r>
              <a:rPr sz="1400"/>
              <a:t>Linear Trend Extrapolation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4892040"/>
            <a:ext cx="3474720" cy="27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 i="0">
                <a:solidFill>
                  <a:srgbClr val="5C564E"/>
                </a:solidFill>
                <a:latin typeface="Calibri"/>
              </a:defRPr>
            </a:pPr>
            <a:r>
              <a:rPr sz="1400"/>
              <a:t>Forecast threshold breaches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4892040"/>
            <a:ext cx="1828800" cy="255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35"/>
              </a:lnSpc>
              <a:spcAft>
                <a:spcPts val="0"/>
              </a:spcAft>
              <a:defRPr sz="950" b="0" i="0">
                <a:solidFill>
                  <a:srgbClr val="0F1A30"/>
                </a:solidFill>
                <a:latin typeface="Calibri"/>
              </a:defRPr>
            </a:pPr>
            <a:r>
              <a:rPr sz="1400"/>
              <a:t>5-min, 120s window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31520" y="5330952"/>
            <a:ext cx="10698480" cy="0"/>
          </a:xfrm>
          <a:prstGeom prst="line">
            <a:avLst/>
          </a:prstGeom>
          <a:ln w="12700">
            <a:solidFill>
              <a:srgbClr val="F0E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31520" y="5440680"/>
            <a:ext cx="22860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15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  Pattern Memory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5440680"/>
            <a:ext cx="2926080" cy="27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 i="0">
                <a:solidFill>
                  <a:srgbClr val="5C564E"/>
                </a:solidFill>
                <a:latin typeface="Calibri"/>
              </a:defRPr>
            </a:pPr>
            <a:r>
              <a:rPr sz="1400"/>
              <a:t>TF-IDF + Cosine Similarity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5440680"/>
            <a:ext cx="3474720" cy="27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 i="0">
                <a:solidFill>
                  <a:srgbClr val="5C564E"/>
                </a:solidFill>
                <a:latin typeface="Calibri"/>
              </a:defRPr>
            </a:pPr>
            <a:r>
              <a:rPr sz="1400"/>
              <a:t>Match to known incident library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0" y="5440680"/>
            <a:ext cx="1828800" cy="255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35"/>
              </a:lnSpc>
              <a:spcAft>
                <a:spcPts val="0"/>
              </a:spcAft>
              <a:defRPr sz="950" b="0" i="0">
                <a:solidFill>
                  <a:srgbClr val="0F1A30"/>
                </a:solidFill>
                <a:latin typeface="Calibri"/>
              </a:defRPr>
            </a:pPr>
            <a:r>
              <a:rPr sz="1400"/>
              <a:t>threshold &gt;= 0.25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31520" y="5879592"/>
            <a:ext cx="10698480" cy="0"/>
          </a:xfrm>
          <a:prstGeom prst="line">
            <a:avLst/>
          </a:prstGeom>
          <a:ln w="12700">
            <a:solidFill>
              <a:srgbClr val="F0E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731520" y="5943600"/>
            <a:ext cx="10698480" cy="50292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7" name="TextBox 46"/>
          <p:cNvSpPr txBox="1"/>
          <p:nvPr/>
        </p:nvSpPr>
        <p:spPr>
          <a:xfrm>
            <a:off x="731520" y="5989320"/>
            <a:ext cx="22860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15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  Confidence Scorer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0" y="5989320"/>
            <a:ext cx="2926080" cy="27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 i="0">
                <a:solidFill>
                  <a:srgbClr val="5C564E"/>
                </a:solidFill>
                <a:latin typeface="Calibri"/>
              </a:defRPr>
            </a:pPr>
            <a:r>
              <a:rPr sz="1400"/>
              <a:t>Multi-Signal Weighted Fusion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5989320"/>
            <a:ext cx="3474720" cy="27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 i="0">
                <a:solidFill>
                  <a:srgbClr val="5C564E"/>
                </a:solidFill>
                <a:latin typeface="Calibri"/>
              </a:defRPr>
            </a:pPr>
            <a:r>
              <a:rPr sz="1400"/>
              <a:t>Calibrate confidence &amp; impact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84080" y="5989320"/>
            <a:ext cx="1828800" cy="255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35"/>
              </a:lnSpc>
              <a:spcAft>
                <a:spcPts val="0"/>
              </a:spcAft>
              <a:defRPr sz="950" b="0" i="0">
                <a:solidFill>
                  <a:srgbClr val="0F1A30"/>
                </a:solidFill>
                <a:latin typeface="Calibri"/>
              </a:defRPr>
            </a:pPr>
            <a:r>
              <a:rPr sz="1400"/>
              <a:t>0.30/0.25/0.25/0.20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31520" y="6428231"/>
            <a:ext cx="10698480" cy="0"/>
          </a:xfrm>
          <a:prstGeom prst="line">
            <a:avLst/>
          </a:prstGeom>
          <a:ln w="12700">
            <a:solidFill>
              <a:srgbClr val="F0E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11480"/>
            <a:ext cx="320040" cy="18288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2999" y="356616"/>
            <a:ext cx="9727387" cy="31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1" i="0">
                <a:solidFill>
                  <a:srgbClr val="0D7C66"/>
                </a:solidFill>
                <a:latin typeface="Calibri"/>
              </a:defRPr>
            </a:pPr>
            <a:r>
              <a:rPr sz="3200" dirty="0"/>
              <a:t>06 - POTENTIAL IMPACT ON THE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95528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0F1A30"/>
                </a:solidFill>
                <a:latin typeface="Calibri"/>
              </a:rPr>
              <a:t>Transforming </a:t>
            </a:r>
            <a:r>
              <a:rPr sz="2800" b="1" dirty="0">
                <a:solidFill>
                  <a:srgbClr val="0D7C66"/>
                </a:solidFill>
                <a:latin typeface="Calibri"/>
              </a:rPr>
              <a:t>Incident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515600" cy="521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 i="0">
                <a:solidFill>
                  <a:srgbClr val="5C564E"/>
                </a:solidFill>
                <a:latin typeface="Calibri"/>
              </a:defRPr>
            </a:pPr>
            <a:r>
              <a:rPr sz="1400" dirty="0"/>
              <a:t>This platform redefines how engineering teams interact with distributed system failures - shifting from manual firefighting to AI-assisted resolution.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3017520"/>
            <a:ext cx="5486400" cy="0"/>
          </a:xfrm>
          <a:prstGeom prst="line">
            <a:avLst/>
          </a:prstGeom>
          <a:ln w="12700">
            <a:solidFill>
              <a:srgbClr val="E2DF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2194560"/>
            <a:ext cx="4572000" cy="30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MTTR Reduction: Hours to Seconds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572000" cy="453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 i="0">
                <a:solidFill>
                  <a:srgbClr val="7A746A"/>
                </a:solidFill>
                <a:latin typeface="Calibri"/>
              </a:defRPr>
            </a:pPr>
            <a:r>
              <a:rPr sz="1400"/>
              <a:t>Automated root cause pinpointing eliminates manual log correlation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240279"/>
            <a:ext cx="1097280" cy="341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80"/>
              </a:lnSpc>
              <a:spcAft>
                <a:spcPts val="0"/>
              </a:spcAft>
              <a:defRPr sz="1600" b="1" i="0">
                <a:solidFill>
                  <a:srgbClr val="0D7C66"/>
                </a:solidFill>
                <a:latin typeface="Calibri"/>
              </a:defRPr>
            </a:pPr>
            <a:r>
              <a:rPr sz="1400"/>
              <a:t>95% down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3931920"/>
            <a:ext cx="5486400" cy="0"/>
          </a:xfrm>
          <a:prstGeom prst="line">
            <a:avLst/>
          </a:prstGeom>
          <a:ln w="12700">
            <a:solidFill>
              <a:srgbClr val="E2DF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3108960"/>
            <a:ext cx="4572000" cy="30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Alert Fatigue Elimination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4572000" cy="453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 i="0">
                <a:solidFill>
                  <a:srgbClr val="7A746A"/>
                </a:solidFill>
                <a:latin typeface="Calibri"/>
              </a:defRPr>
            </a:pPr>
            <a:r>
              <a:rPr sz="1400"/>
              <a:t>Multi-signal fusion reduces 200+ alert storms to single root cause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154679"/>
            <a:ext cx="1097280" cy="341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80"/>
              </a:lnSpc>
              <a:spcAft>
                <a:spcPts val="0"/>
              </a:spcAft>
              <a:defRPr sz="1600" b="1" i="0">
                <a:solidFill>
                  <a:srgbClr val="0D7C66"/>
                </a:solidFill>
                <a:latin typeface="Calibri"/>
              </a:defRPr>
            </a:pPr>
            <a:r>
              <a:rPr sz="1400"/>
              <a:t>90% down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4846320"/>
            <a:ext cx="5486400" cy="0"/>
          </a:xfrm>
          <a:prstGeom prst="line">
            <a:avLst/>
          </a:prstGeom>
          <a:ln w="12700">
            <a:solidFill>
              <a:srgbClr val="E2DF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4023360"/>
            <a:ext cx="4572000" cy="30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Predictive Prevention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4572000" cy="453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 i="0">
                <a:solidFill>
                  <a:srgbClr val="7A746A"/>
                </a:solidFill>
                <a:latin typeface="Calibri"/>
              </a:defRPr>
            </a:pPr>
            <a:r>
              <a:rPr sz="1400"/>
              <a:t>5-minute-ahead failure forecasting prevents cascading outages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4069080"/>
            <a:ext cx="1097280" cy="341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80"/>
              </a:lnSpc>
              <a:spcAft>
                <a:spcPts val="0"/>
              </a:spcAft>
              <a:defRPr sz="1600" b="1" i="0">
                <a:solidFill>
                  <a:srgbClr val="0D7C66"/>
                </a:solidFill>
                <a:latin typeface="Calibri"/>
              </a:defRPr>
            </a:pPr>
            <a:r>
              <a:rPr sz="1400"/>
              <a:t>5 min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5760720"/>
            <a:ext cx="5486400" cy="0"/>
          </a:xfrm>
          <a:prstGeom prst="line">
            <a:avLst/>
          </a:prstGeom>
          <a:ln w="12700">
            <a:solidFill>
              <a:srgbClr val="E2DF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4937760"/>
            <a:ext cx="4572000" cy="30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Cost Savings Per Incident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03520"/>
            <a:ext cx="45720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 i="0">
                <a:solidFill>
                  <a:srgbClr val="7A746A"/>
                </a:solidFill>
                <a:latin typeface="Calibri"/>
              </a:defRPr>
            </a:pPr>
            <a:r>
              <a:rPr sz="1400"/>
              <a:t>Reducing single P1 from 4h to 15min saves Rs. 30-50L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4983480"/>
            <a:ext cx="1097280" cy="341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80"/>
              </a:lnSpc>
              <a:spcAft>
                <a:spcPts val="0"/>
              </a:spcAft>
              <a:defRPr sz="1600" b="1" i="0">
                <a:solidFill>
                  <a:srgbClr val="0D7C66"/>
                </a:solidFill>
                <a:latin typeface="Calibri"/>
              </a:defRPr>
            </a:pPr>
            <a:r>
              <a:rPr sz="1400"/>
              <a:t>Rs. 50L+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011680"/>
            <a:ext cx="4572000" cy="255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35"/>
              </a:lnSpc>
              <a:spcAft>
                <a:spcPts val="0"/>
              </a:spcAft>
              <a:defRPr sz="95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INDUSTRY IMPACT DOMAINS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468880"/>
            <a:ext cx="32004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 i="0">
                <a:solidFill>
                  <a:srgbClr val="403C36"/>
                </a:solidFill>
                <a:latin typeface="Calibri"/>
              </a:defRPr>
            </a:pPr>
            <a:r>
              <a:rPr sz="1400"/>
              <a:t>FinTech &amp; Banking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2468880"/>
            <a:ext cx="1371600" cy="255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35"/>
              </a:lnSpc>
              <a:spcAft>
                <a:spcPts val="0"/>
              </a:spcAft>
              <a:defRPr sz="950" b="1" i="0">
                <a:solidFill>
                  <a:srgbClr val="0D7C66"/>
                </a:solidFill>
                <a:latin typeface="Calibri"/>
              </a:defRPr>
            </a:pPr>
            <a:r>
              <a:rPr sz="1400"/>
              <a:t>Very High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2788920"/>
            <a:ext cx="4663440" cy="82296"/>
          </a:xfrm>
          <a:prstGeom prst="rect">
            <a:avLst/>
          </a:prstGeom>
          <a:solidFill>
            <a:srgbClr val="E2D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7" name="Rectangle 26"/>
          <p:cNvSpPr/>
          <p:nvPr/>
        </p:nvSpPr>
        <p:spPr>
          <a:xfrm>
            <a:off x="6766560" y="2788920"/>
            <a:ext cx="4430268" cy="82296"/>
          </a:xfrm>
          <a:prstGeom prst="rect">
            <a:avLst/>
          </a:prstGeom>
          <a:solidFill>
            <a:srgbClr val="0F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8" name="TextBox 27"/>
          <p:cNvSpPr txBox="1"/>
          <p:nvPr/>
        </p:nvSpPr>
        <p:spPr>
          <a:xfrm>
            <a:off x="6766560" y="3154680"/>
            <a:ext cx="32004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 i="0">
                <a:solidFill>
                  <a:srgbClr val="403C36"/>
                </a:solidFill>
                <a:latin typeface="Calibri"/>
              </a:defRPr>
            </a:pPr>
            <a:r>
              <a:rPr sz="1400"/>
              <a:t>E-Commerce Platforms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3154680"/>
            <a:ext cx="1371600" cy="255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35"/>
              </a:lnSpc>
              <a:spcAft>
                <a:spcPts val="0"/>
              </a:spcAft>
              <a:defRPr sz="950" b="1" i="0">
                <a:solidFill>
                  <a:srgbClr val="0D7C66"/>
                </a:solidFill>
                <a:latin typeface="Calibri"/>
              </a:defRPr>
            </a:pPr>
            <a:r>
              <a:rPr sz="1400"/>
              <a:t>Very High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60" y="3474720"/>
            <a:ext cx="4663440" cy="82296"/>
          </a:xfrm>
          <a:prstGeom prst="rect">
            <a:avLst/>
          </a:prstGeom>
          <a:solidFill>
            <a:srgbClr val="E2D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1" name="Rectangle 30"/>
          <p:cNvSpPr/>
          <p:nvPr/>
        </p:nvSpPr>
        <p:spPr>
          <a:xfrm>
            <a:off x="6766560" y="3474720"/>
            <a:ext cx="4290364" cy="82296"/>
          </a:xfrm>
          <a:prstGeom prst="rect">
            <a:avLst/>
          </a:prstGeom>
          <a:solidFill>
            <a:srgbClr val="0F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2" name="TextBox 31"/>
          <p:cNvSpPr txBox="1"/>
          <p:nvPr/>
        </p:nvSpPr>
        <p:spPr>
          <a:xfrm>
            <a:off x="6766560" y="3840480"/>
            <a:ext cx="32004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 i="0">
                <a:solidFill>
                  <a:srgbClr val="403C36"/>
                </a:solidFill>
                <a:latin typeface="Calibri"/>
              </a:defRPr>
            </a:pPr>
            <a:r>
              <a:rPr sz="1400"/>
              <a:t>Cloud Infrastructure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3840480"/>
            <a:ext cx="1371600" cy="255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35"/>
              </a:lnSpc>
              <a:spcAft>
                <a:spcPts val="0"/>
              </a:spcAft>
              <a:defRPr sz="950" b="1" i="0">
                <a:solidFill>
                  <a:srgbClr val="0D7C66"/>
                </a:solidFill>
                <a:latin typeface="Calibri"/>
              </a:defRPr>
            </a:pPr>
            <a:r>
              <a:rPr sz="1400"/>
              <a:t>High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0" y="4160520"/>
            <a:ext cx="4663440" cy="82296"/>
          </a:xfrm>
          <a:prstGeom prst="rect">
            <a:avLst/>
          </a:prstGeom>
          <a:solidFill>
            <a:srgbClr val="E2D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5" name="Rectangle 34"/>
          <p:cNvSpPr/>
          <p:nvPr/>
        </p:nvSpPr>
        <p:spPr>
          <a:xfrm>
            <a:off x="6766560" y="4160520"/>
            <a:ext cx="4103827" cy="82296"/>
          </a:xfrm>
          <a:prstGeom prst="rect">
            <a:avLst/>
          </a:prstGeom>
          <a:solidFill>
            <a:srgbClr val="0F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6" name="TextBox 35"/>
          <p:cNvSpPr txBox="1"/>
          <p:nvPr/>
        </p:nvSpPr>
        <p:spPr>
          <a:xfrm>
            <a:off x="6766560" y="4526280"/>
            <a:ext cx="32004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 i="0">
                <a:solidFill>
                  <a:srgbClr val="403C36"/>
                </a:solidFill>
                <a:latin typeface="Calibri"/>
              </a:defRPr>
            </a:pPr>
            <a:r>
              <a:rPr sz="1400"/>
              <a:t>Healthcare 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526280"/>
            <a:ext cx="1371600" cy="255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35"/>
              </a:lnSpc>
              <a:spcAft>
                <a:spcPts val="0"/>
              </a:spcAft>
              <a:defRPr sz="950" b="1" i="0">
                <a:solidFill>
                  <a:srgbClr val="0D7C66"/>
                </a:solidFill>
                <a:latin typeface="Calibri"/>
              </a:defRPr>
            </a:pPr>
            <a:r>
              <a:rPr sz="1400"/>
              <a:t>High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60" y="4846320"/>
            <a:ext cx="4663440" cy="82296"/>
          </a:xfrm>
          <a:prstGeom prst="rect">
            <a:avLst/>
          </a:prstGeom>
          <a:solidFill>
            <a:srgbClr val="E2D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9" name="Rectangle 38"/>
          <p:cNvSpPr/>
          <p:nvPr/>
        </p:nvSpPr>
        <p:spPr>
          <a:xfrm>
            <a:off x="6766560" y="4846320"/>
            <a:ext cx="3824020" cy="82296"/>
          </a:xfrm>
          <a:prstGeom prst="rect">
            <a:avLst/>
          </a:prstGeom>
          <a:solidFill>
            <a:srgbClr val="0F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0" name="TextBox 39"/>
          <p:cNvSpPr txBox="1"/>
          <p:nvPr/>
        </p:nvSpPr>
        <p:spPr>
          <a:xfrm>
            <a:off x="6766560" y="5212080"/>
            <a:ext cx="32004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 i="0">
                <a:solidFill>
                  <a:srgbClr val="403C36"/>
                </a:solidFill>
                <a:latin typeface="Calibri"/>
              </a:defRPr>
            </a:pPr>
            <a:r>
              <a:rPr sz="1400"/>
              <a:t>Telecom &amp; 5G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5212080"/>
            <a:ext cx="1371600" cy="255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35"/>
              </a:lnSpc>
              <a:spcAft>
                <a:spcPts val="0"/>
              </a:spcAft>
              <a:defRPr sz="950" b="1" i="0">
                <a:solidFill>
                  <a:srgbClr val="0D7C66"/>
                </a:solidFill>
                <a:latin typeface="Calibri"/>
              </a:defRPr>
            </a:pPr>
            <a:r>
              <a:rPr sz="1400"/>
              <a:t>Medium-High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66560" y="5532120"/>
            <a:ext cx="4663440" cy="82296"/>
          </a:xfrm>
          <a:prstGeom prst="rect">
            <a:avLst/>
          </a:prstGeom>
          <a:solidFill>
            <a:srgbClr val="E2D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3" name="Rectangle 42"/>
          <p:cNvSpPr/>
          <p:nvPr/>
        </p:nvSpPr>
        <p:spPr>
          <a:xfrm>
            <a:off x="6766560" y="5532120"/>
            <a:ext cx="3497579" cy="82296"/>
          </a:xfrm>
          <a:prstGeom prst="rect">
            <a:avLst/>
          </a:prstGeom>
          <a:solidFill>
            <a:srgbClr val="0F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4" name="TextBox 43"/>
          <p:cNvSpPr txBox="1"/>
          <p:nvPr/>
        </p:nvSpPr>
        <p:spPr>
          <a:xfrm>
            <a:off x="6766560" y="5897880"/>
            <a:ext cx="32004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 i="0">
                <a:solidFill>
                  <a:srgbClr val="403C36"/>
                </a:solidFill>
                <a:latin typeface="Calibri"/>
              </a:defRPr>
            </a:pPr>
            <a:r>
              <a:rPr sz="1400"/>
              <a:t>SaaS &amp; DevOps Teams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5897880"/>
            <a:ext cx="1371600" cy="255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35"/>
              </a:lnSpc>
              <a:spcAft>
                <a:spcPts val="0"/>
              </a:spcAft>
              <a:defRPr sz="950" b="1" i="0">
                <a:solidFill>
                  <a:srgbClr val="0D7C66"/>
                </a:solidFill>
                <a:latin typeface="Calibri"/>
              </a:defRPr>
            </a:pPr>
            <a:r>
              <a:rPr sz="1400"/>
              <a:t>High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66560" y="6217920"/>
            <a:ext cx="4663440" cy="82296"/>
          </a:xfrm>
          <a:prstGeom prst="rect">
            <a:avLst/>
          </a:prstGeom>
          <a:solidFill>
            <a:srgbClr val="E2D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7" name="Rectangle 46"/>
          <p:cNvSpPr/>
          <p:nvPr/>
        </p:nvSpPr>
        <p:spPr>
          <a:xfrm>
            <a:off x="6766560" y="6217920"/>
            <a:ext cx="4197096" cy="82296"/>
          </a:xfrm>
          <a:prstGeom prst="rect">
            <a:avLst/>
          </a:prstGeom>
          <a:solidFill>
            <a:srgbClr val="0F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11480"/>
            <a:ext cx="320040" cy="18288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2999" y="356616"/>
            <a:ext cx="8212667" cy="31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1" i="0">
                <a:solidFill>
                  <a:srgbClr val="0D7C66"/>
                </a:solidFill>
                <a:latin typeface="Calibri"/>
              </a:defRPr>
            </a:pPr>
            <a:r>
              <a:rPr sz="3200" dirty="0"/>
              <a:t>07 - UNIQUENESS &amp; COMPETITIVE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0F1A30"/>
                </a:solidFill>
                <a:latin typeface="Calibri"/>
              </a:rPr>
              <a:t>What Makes This </a:t>
            </a:r>
            <a:r>
              <a:rPr sz="2800" b="1" dirty="0">
                <a:solidFill>
                  <a:srgbClr val="0D7C66"/>
                </a:solidFill>
                <a:latin typeface="Calibri"/>
              </a:rPr>
              <a:t>Different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4586" y="1463040"/>
            <a:ext cx="10698480" cy="41148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7" name="TextBox 6"/>
          <p:cNvSpPr txBox="1"/>
          <p:nvPr/>
        </p:nvSpPr>
        <p:spPr>
          <a:xfrm>
            <a:off x="714586" y="1490472"/>
            <a:ext cx="2468880" cy="255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35"/>
              </a:lnSpc>
              <a:spcAft>
                <a:spcPts val="0"/>
              </a:spcAft>
              <a:defRPr sz="95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57786" y="1490472"/>
            <a:ext cx="2468880" cy="255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35"/>
              </a:lnSpc>
              <a:spcAft>
                <a:spcPts val="0"/>
              </a:spcAft>
              <a:defRPr sz="95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Our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8106" y="1490472"/>
            <a:ext cx="2468880" cy="255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35"/>
              </a:lnSpc>
              <a:spcAft>
                <a:spcPts val="0"/>
              </a:spcAft>
              <a:defRPr sz="950" b="1" i="0">
                <a:solidFill>
                  <a:srgbClr val="0F1A30"/>
                </a:solidFill>
                <a:latin typeface="Calibri"/>
              </a:defRPr>
            </a:pPr>
            <a:r>
              <a:rPr sz="1400" dirty="0"/>
              <a:t>Data</a:t>
            </a:r>
            <a:r>
              <a:rPr lang="en-US" sz="1400" dirty="0"/>
              <a:t>d</a:t>
            </a:r>
            <a:r>
              <a:rPr sz="1400" dirty="0"/>
              <a:t>og / Dynatrace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9866" y="1490472"/>
            <a:ext cx="2468880" cy="255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35"/>
              </a:lnSpc>
              <a:spcAft>
                <a:spcPts val="0"/>
              </a:spcAft>
              <a:defRPr sz="95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Open-Source (Grafana)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4586" y="1874519"/>
            <a:ext cx="10698480" cy="0"/>
          </a:xfrm>
          <a:prstGeom prst="line">
            <a:avLst/>
          </a:prstGeom>
          <a:ln w="19050">
            <a:solidFill>
              <a:srgbClr val="0F1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14586" y="1947672"/>
            <a:ext cx="10698480" cy="41148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3" name="TextBox 12"/>
          <p:cNvSpPr txBox="1"/>
          <p:nvPr/>
        </p:nvSpPr>
        <p:spPr>
          <a:xfrm>
            <a:off x="714586" y="1965960"/>
            <a:ext cx="27432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 i="0">
                <a:solidFill>
                  <a:srgbClr val="403C36"/>
                </a:solidFill>
                <a:latin typeface="Calibri"/>
              </a:defRPr>
            </a:pPr>
            <a:r>
              <a:rPr sz="1400" dirty="0"/>
              <a:t>Automated RCA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7786" y="1965960"/>
            <a:ext cx="246888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1" i="0">
                <a:solidFill>
                  <a:srgbClr val="2D8A56"/>
                </a:solidFill>
                <a:latin typeface="Calibri"/>
              </a:defRPr>
            </a:pPr>
            <a:r>
              <a:rPr sz="1400"/>
              <a:t>7-model AI fusion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18106" y="1965960"/>
            <a:ext cx="256032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 i="0">
                <a:solidFill>
                  <a:srgbClr val="B8902A"/>
                </a:solidFill>
                <a:latin typeface="Calibri"/>
              </a:defRPr>
            </a:pPr>
            <a:r>
              <a:rPr sz="1400"/>
              <a:t>Basic anomaly alerts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9866" y="1965960"/>
            <a:ext cx="27432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 i="0">
                <a:solidFill>
                  <a:srgbClr val="C54B4B"/>
                </a:solidFill>
                <a:latin typeface="Calibri"/>
              </a:defRPr>
            </a:pPr>
            <a:r>
              <a:rPr sz="1400"/>
              <a:t>Manual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586" y="2404872"/>
            <a:ext cx="27432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 i="0">
                <a:solidFill>
                  <a:srgbClr val="403C36"/>
                </a:solidFill>
                <a:latin typeface="Calibri"/>
              </a:defRPr>
            </a:pPr>
            <a:r>
              <a:rPr sz="1400"/>
              <a:t>Causal Inference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7786" y="2404872"/>
            <a:ext cx="246888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1" i="0">
                <a:solidFill>
                  <a:srgbClr val="2D8A56"/>
                </a:solidFill>
                <a:latin typeface="Calibri"/>
              </a:defRPr>
            </a:pPr>
            <a:r>
              <a:rPr sz="1400"/>
              <a:t>Cross-corr + graph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8106" y="2404872"/>
            <a:ext cx="256032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 i="0">
                <a:solidFill>
                  <a:srgbClr val="C54B4B"/>
                </a:solidFill>
                <a:latin typeface="Calibri"/>
              </a:defRPr>
            </a:pPr>
            <a:r>
              <a:rPr sz="1400"/>
              <a:t>Correlation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9866" y="2404872"/>
            <a:ext cx="27432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 i="0">
                <a:solidFill>
                  <a:srgbClr val="C54B4B"/>
                </a:solidFill>
                <a:latin typeface="Calibri"/>
              </a:defRPr>
            </a:pPr>
            <a:r>
              <a:rPr sz="1400"/>
              <a:t>Not available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4586" y="2825496"/>
            <a:ext cx="10698480" cy="41148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2" name="TextBox 21"/>
          <p:cNvSpPr txBox="1"/>
          <p:nvPr/>
        </p:nvSpPr>
        <p:spPr>
          <a:xfrm>
            <a:off x="714586" y="2843784"/>
            <a:ext cx="27432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 i="0">
                <a:solidFill>
                  <a:srgbClr val="403C36"/>
                </a:solidFill>
                <a:latin typeface="Calibri"/>
              </a:defRPr>
            </a:pPr>
            <a:r>
              <a:rPr sz="1400"/>
              <a:t>Predictive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7786" y="2843784"/>
            <a:ext cx="246888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1" i="0">
                <a:solidFill>
                  <a:srgbClr val="2D8A56"/>
                </a:solidFill>
                <a:latin typeface="Calibri"/>
              </a:defRPr>
            </a:pPr>
            <a:r>
              <a:rPr sz="1400"/>
              <a:t>5-min forecasting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18106" y="2843784"/>
            <a:ext cx="256032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 i="0">
                <a:solidFill>
                  <a:srgbClr val="B8902A"/>
                </a:solidFill>
                <a:latin typeface="Calibri"/>
              </a:defRPr>
            </a:pPr>
            <a:r>
              <a:rPr sz="1400" dirty="0"/>
              <a:t>Watch</a:t>
            </a:r>
            <a:r>
              <a:rPr lang="en-US" sz="1400" dirty="0"/>
              <a:t>d</a:t>
            </a:r>
            <a:r>
              <a:rPr sz="1400" dirty="0"/>
              <a:t>og (limited)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69866" y="2843784"/>
            <a:ext cx="27432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 i="0">
                <a:solidFill>
                  <a:srgbClr val="C54B4B"/>
                </a:solidFill>
                <a:latin typeface="Calibri"/>
              </a:defRPr>
            </a:pPr>
            <a:r>
              <a:rPr sz="1400"/>
              <a:t>Not available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4586" y="3282696"/>
            <a:ext cx="27432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 i="0">
                <a:solidFill>
                  <a:srgbClr val="403C36"/>
                </a:solidFill>
                <a:latin typeface="Calibri"/>
              </a:defRPr>
            </a:pPr>
            <a:r>
              <a:rPr sz="1400"/>
              <a:t>Pattern Matching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57786" y="3282696"/>
            <a:ext cx="246888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1" i="0">
                <a:solidFill>
                  <a:srgbClr val="2D8A56"/>
                </a:solidFill>
                <a:latin typeface="Calibri"/>
              </a:defRPr>
            </a:pPr>
            <a:r>
              <a:rPr sz="1400"/>
              <a:t>TF-IDF knowledge 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18106" y="3282696"/>
            <a:ext cx="256032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 i="0">
                <a:solidFill>
                  <a:srgbClr val="C54B4B"/>
                </a:solidFill>
                <a:latin typeface="Calibri"/>
              </a:defRPr>
            </a:pPr>
            <a:r>
              <a:rPr sz="1400"/>
              <a:t>Not 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69866" y="3282696"/>
            <a:ext cx="27432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 i="0">
                <a:solidFill>
                  <a:srgbClr val="C54B4B"/>
                </a:solidFill>
                <a:latin typeface="Calibri"/>
              </a:defRPr>
            </a:pPr>
            <a:r>
              <a:rPr sz="1400"/>
              <a:t>Not available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4586" y="3703320"/>
            <a:ext cx="10698480" cy="41148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1" name="TextBox 30"/>
          <p:cNvSpPr txBox="1"/>
          <p:nvPr/>
        </p:nvSpPr>
        <p:spPr>
          <a:xfrm>
            <a:off x="714586" y="3721608"/>
            <a:ext cx="27432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 i="0">
                <a:solidFill>
                  <a:srgbClr val="403C36"/>
                </a:solidFill>
                <a:latin typeface="Calibri"/>
              </a:defRPr>
            </a:pPr>
            <a:r>
              <a:rPr sz="1400"/>
              <a:t>External API Dep.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57786" y="3721608"/>
            <a:ext cx="246888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1" i="0">
                <a:solidFill>
                  <a:srgbClr val="2D8A56"/>
                </a:solidFill>
                <a:latin typeface="Calibri"/>
              </a:defRPr>
            </a:pPr>
            <a:r>
              <a:rPr sz="1400"/>
              <a:t>Zero - self-contained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18106" y="3721608"/>
            <a:ext cx="256032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 i="0">
                <a:solidFill>
                  <a:srgbClr val="C54B4B"/>
                </a:solidFill>
                <a:latin typeface="Calibri"/>
              </a:defRPr>
            </a:pPr>
            <a:r>
              <a:rPr sz="1400"/>
              <a:t>Proprietary black box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9866" y="3721608"/>
            <a:ext cx="27432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 i="0">
                <a:solidFill>
                  <a:srgbClr val="2D8A56"/>
                </a:solidFill>
                <a:latin typeface="Calibri"/>
              </a:defRPr>
            </a:pPr>
            <a:r>
              <a:rPr sz="1400"/>
              <a:t>Self-hosted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4586" y="4160520"/>
            <a:ext cx="27432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 i="0">
                <a:solidFill>
                  <a:srgbClr val="403C36"/>
                </a:solidFill>
                <a:latin typeface="Calibri"/>
              </a:defRPr>
            </a:pPr>
            <a:r>
              <a:rPr sz="1400"/>
              <a:t>Cost (50 services)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57786" y="4160520"/>
            <a:ext cx="246888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1" i="0">
                <a:solidFill>
                  <a:srgbClr val="2D8A56"/>
                </a:solidFill>
                <a:latin typeface="Calibri"/>
              </a:defRPr>
            </a:pPr>
            <a:r>
              <a:rPr sz="1400"/>
              <a:t>~Rs. 15K/month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18106" y="4160520"/>
            <a:ext cx="256032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 i="0">
                <a:solidFill>
                  <a:srgbClr val="C54B4B"/>
                </a:solidFill>
                <a:latin typeface="Calibri"/>
              </a:defRPr>
            </a:pPr>
            <a:r>
              <a:rPr sz="1400"/>
              <a:t>Rs. 3-8L/month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69866" y="4160520"/>
            <a:ext cx="27432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 i="0">
                <a:solidFill>
                  <a:srgbClr val="2D8A56"/>
                </a:solidFill>
                <a:latin typeface="Calibri"/>
              </a:defRPr>
            </a:pPr>
            <a:r>
              <a:rPr sz="1400"/>
              <a:t>Rs. 10K (infra only)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4586" y="4581144"/>
            <a:ext cx="10698480" cy="41148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0" name="TextBox 39"/>
          <p:cNvSpPr txBox="1"/>
          <p:nvPr/>
        </p:nvSpPr>
        <p:spPr>
          <a:xfrm>
            <a:off x="714586" y="4599431"/>
            <a:ext cx="27432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 i="0">
                <a:solidFill>
                  <a:srgbClr val="403C36"/>
                </a:solidFill>
                <a:latin typeface="Calibri"/>
              </a:defRPr>
            </a:pPr>
            <a:r>
              <a:rPr sz="1400"/>
              <a:t>Confidence Scoring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57786" y="4599431"/>
            <a:ext cx="246888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1" i="0">
                <a:solidFill>
                  <a:srgbClr val="2D8A56"/>
                </a:solidFill>
                <a:latin typeface="Calibri"/>
              </a:defRPr>
            </a:pPr>
            <a:r>
              <a:rPr sz="1400"/>
              <a:t>4-factor calibrated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18106" y="4599431"/>
            <a:ext cx="256032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 i="0">
                <a:solidFill>
                  <a:srgbClr val="C54B4B"/>
                </a:solidFill>
                <a:latin typeface="Calibri"/>
              </a:defRPr>
            </a:pPr>
            <a:r>
              <a:rPr sz="1400"/>
              <a:t>Not available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69866" y="4599431"/>
            <a:ext cx="27432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 i="0">
                <a:solidFill>
                  <a:srgbClr val="C54B4B"/>
                </a:solidFill>
                <a:latin typeface="Calibri"/>
              </a:defRPr>
            </a:pPr>
            <a:r>
              <a:rPr sz="1400"/>
              <a:t>Not available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14586" y="5074920"/>
            <a:ext cx="338328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97466" y="5322365"/>
            <a:ext cx="30175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 i="0">
                <a:solidFill>
                  <a:srgbClr val="0F1A30"/>
                </a:solidFill>
                <a:latin typeface="Calibri"/>
              </a:defRPr>
            </a:pPr>
            <a:r>
              <a:rPr sz="1600" dirty="0"/>
              <a:t>Built From Scratch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433" y="5727826"/>
            <a:ext cx="3017520" cy="640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 i="0">
                <a:solidFill>
                  <a:srgbClr val="5C564E"/>
                </a:solidFill>
                <a:latin typeface="Calibri"/>
              </a:defRPr>
            </a:pPr>
            <a:r>
              <a:rPr sz="1600" dirty="0"/>
              <a:t>All neural nets coded at </a:t>
            </a:r>
            <a:r>
              <a:rPr sz="1600" dirty="0" err="1"/>
              <a:t>nn.Module</a:t>
            </a:r>
            <a:r>
              <a:rPr sz="1600" dirty="0"/>
              <a:t> level - complete IP ownership, no licensing risk.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72186" y="5074920"/>
            <a:ext cx="338328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587087" y="5322365"/>
            <a:ext cx="30175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 i="0">
                <a:solidFill>
                  <a:srgbClr val="0F1A30"/>
                </a:solidFill>
                <a:latin typeface="Calibri"/>
              </a:defRPr>
            </a:pPr>
            <a:r>
              <a:rPr sz="1600" dirty="0"/>
              <a:t>Data Sovereignty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63626" y="5703051"/>
            <a:ext cx="3017520" cy="453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 i="0">
                <a:solidFill>
                  <a:srgbClr val="5C564E"/>
                </a:solidFill>
                <a:latin typeface="Calibri"/>
              </a:defRPr>
            </a:pPr>
            <a:r>
              <a:rPr sz="1400" dirty="0"/>
              <a:t>Zero data leaves your infra. Compliant with RBI, GDPR, HIPAA requirements.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29786" y="5074920"/>
            <a:ext cx="338328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277014" y="5318883"/>
            <a:ext cx="30175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 i="0">
                <a:solidFill>
                  <a:srgbClr val="0F1A30"/>
                </a:solidFill>
                <a:latin typeface="Calibri"/>
              </a:defRPr>
            </a:pPr>
            <a:r>
              <a:rPr sz="1600" dirty="0"/>
              <a:t>Cost-Effective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12666" y="5660718"/>
            <a:ext cx="3017520" cy="453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 i="0">
                <a:solidFill>
                  <a:srgbClr val="5C564E"/>
                </a:solidFill>
                <a:latin typeface="Calibri"/>
              </a:defRPr>
            </a:pPr>
            <a:r>
              <a:rPr sz="1400" dirty="0"/>
              <a:t>50-100x cheaper than Datadog / New Relic. Runs on single GPU or CPU.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11480"/>
            <a:ext cx="320040" cy="18288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2999" y="356616"/>
            <a:ext cx="10405534" cy="31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1" i="0">
                <a:solidFill>
                  <a:srgbClr val="0D7C66"/>
                </a:solidFill>
                <a:latin typeface="Calibri"/>
              </a:defRPr>
            </a:pPr>
            <a:r>
              <a:rPr sz="3200" dirty="0"/>
              <a:t>08 - MARKET IMPACT &amp; GO-TO-MARKET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4781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0F1A30"/>
                </a:solidFill>
                <a:latin typeface="Calibri"/>
              </a:rPr>
              <a:t>How This Product Enters </a:t>
            </a:r>
            <a:r>
              <a:rPr sz="2800" b="1" dirty="0">
                <a:solidFill>
                  <a:srgbClr val="0D7C66"/>
                </a:solidFill>
                <a:latin typeface="Calibri"/>
              </a:rPr>
              <a:t>the Indian IT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5389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 i="0">
                <a:solidFill>
                  <a:srgbClr val="5C564E"/>
                </a:solidFill>
                <a:latin typeface="Calibri"/>
              </a:defRPr>
            </a:pPr>
            <a:r>
              <a:rPr dirty="0"/>
              <a:t>India's IT sector is the world's largest outsourcing destination with 5.4 million professionals. As companies adopt cloud-native architectures, intelligent observability is critical.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265176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1" i="0">
                <a:solidFill>
                  <a:srgbClr val="0F1A30"/>
                </a:solidFill>
                <a:latin typeface="Calibri"/>
              </a:defRPr>
            </a:pPr>
            <a:r>
              <a:t>5.4M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 i="0">
                <a:solidFill>
                  <a:srgbClr val="5C564E"/>
                </a:solidFill>
                <a:latin typeface="Calibri"/>
              </a:defRPr>
            </a:pPr>
            <a:r>
              <a:t>IT Professionals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5"/>
              </a:lnSpc>
              <a:spcAft>
                <a:spcPts val="0"/>
              </a:spcAft>
              <a:defRPr sz="850" b="0" i="0">
                <a:solidFill>
                  <a:srgbClr val="7A746A"/>
                </a:solidFill>
                <a:latin typeface="Calibri"/>
              </a:defRPr>
            </a:pPr>
            <a:r>
              <a:t>NASSCOM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2148840"/>
            <a:ext cx="265176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80" y="2240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1" i="0">
                <a:solidFill>
                  <a:srgbClr val="0F1A30"/>
                </a:solidFill>
                <a:latin typeface="Calibri"/>
              </a:defRPr>
            </a:pPr>
            <a:r>
              <a:t>72%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6974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 i="0">
                <a:solidFill>
                  <a:srgbClr val="5C564E"/>
                </a:solidFill>
                <a:latin typeface="Calibri"/>
              </a:defRPr>
            </a:pPr>
            <a:r>
              <a:t>Cloud Adoption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9260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5"/>
              </a:lnSpc>
              <a:spcAft>
                <a:spcPts val="0"/>
              </a:spcAft>
              <a:defRPr sz="850" b="0" i="0">
                <a:solidFill>
                  <a:srgbClr val="7A746A"/>
                </a:solidFill>
                <a:latin typeface="Calibri"/>
              </a:defRPr>
            </a:pPr>
            <a:r>
              <a:t>By 2027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148840"/>
            <a:ext cx="265176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2240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1" i="0">
                <a:solidFill>
                  <a:srgbClr val="0F1A30"/>
                </a:solidFill>
                <a:latin typeface="Calibri"/>
              </a:defRPr>
            </a:pPr>
            <a:r>
              <a:t>Rs.50L+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974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 i="0">
                <a:solidFill>
                  <a:srgbClr val="5C564E"/>
                </a:solidFill>
                <a:latin typeface="Calibri"/>
              </a:defRPr>
            </a:pPr>
            <a:r>
              <a:t>Cost per P1 Outage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260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5"/>
              </a:lnSpc>
              <a:spcAft>
                <a:spcPts val="0"/>
              </a:spcAft>
              <a:defRPr sz="850" b="0" i="0">
                <a:solidFill>
                  <a:srgbClr val="7A746A"/>
                </a:solidFill>
                <a:latin typeface="Calibri"/>
              </a:defRPr>
            </a:pPr>
            <a:r>
              <a:t>Mid-size FinTech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2148840"/>
            <a:ext cx="265176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72600" y="2240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1" i="0">
                <a:solidFill>
                  <a:srgbClr val="0F1A30"/>
                </a:solidFill>
                <a:latin typeface="Calibri"/>
              </a:defRPr>
            </a:pPr>
            <a:r>
              <a:t>10x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6974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 i="0">
                <a:solidFill>
                  <a:srgbClr val="5C564E"/>
                </a:solidFill>
                <a:latin typeface="Calibri"/>
              </a:defRPr>
            </a:pPr>
            <a:r>
              <a:t>ROI Multiplier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9260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5"/>
              </a:lnSpc>
              <a:spcAft>
                <a:spcPts val="0"/>
              </a:spcAft>
              <a:defRPr sz="850" b="0" i="0">
                <a:solidFill>
                  <a:srgbClr val="7A746A"/>
                </a:solidFill>
                <a:latin typeface="Calibri"/>
              </a:defRPr>
            </a:pPr>
            <a:r>
              <a:t>Per incident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520440"/>
            <a:ext cx="5303520" cy="26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GO-TO-MARKET 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886200"/>
            <a:ext cx="5303520" cy="451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 i="0">
                <a:solidFill>
                  <a:srgbClr val="5C564E"/>
                </a:solidFill>
                <a:latin typeface="Calibri"/>
              </a:defRPr>
            </a:pPr>
            <a:r>
              <a:rPr sz="1400"/>
              <a:t>  -  Phase 1 - Open-Source Core: Community edition on GitHub for developer adoption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270248"/>
            <a:ext cx="5303520" cy="453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 i="0">
                <a:solidFill>
                  <a:srgbClr val="5C564E"/>
                </a:solidFill>
                <a:latin typeface="Calibri"/>
              </a:defRPr>
            </a:pPr>
            <a:r>
              <a:rPr sz="1400"/>
              <a:t>  -  Phase 2 - Enterprise Pilot: Free 30-day trials for FinTech (Razorpay, CRED)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654296"/>
            <a:ext cx="5303520" cy="453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 i="0">
                <a:solidFill>
                  <a:srgbClr val="5C564E"/>
                </a:solidFill>
                <a:latin typeface="Calibri"/>
              </a:defRPr>
            </a:pPr>
            <a:r>
              <a:rPr sz="1400"/>
              <a:t>  -  Phase 3 - SaaS Launch: Rs. 50K (Startup) to Rs. 5L/month (Enterprise)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038344"/>
            <a:ext cx="5303520" cy="453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 i="0">
                <a:solidFill>
                  <a:srgbClr val="5C564E"/>
                </a:solidFill>
                <a:latin typeface="Calibri"/>
              </a:defRPr>
            </a:pPr>
            <a:r>
              <a:rPr sz="1400" dirty="0"/>
              <a:t>  -  Phase 4 - On-Premise: Banks &amp; healthcare needing RBI data localization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20440"/>
            <a:ext cx="5303520" cy="26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TARGET CUSTOMER SEGMENTS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886200"/>
            <a:ext cx="54864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 i="0">
                <a:solidFill>
                  <a:srgbClr val="5C564E"/>
                </a:solidFill>
                <a:latin typeface="Calibri"/>
              </a:defRPr>
            </a:pPr>
            <a:r>
              <a:rPr sz="1400"/>
              <a:t>  -  FinTech - Razorpay, PhonePe, Paytm (downtime = revenue loss)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270248"/>
            <a:ext cx="54864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 i="0">
                <a:solidFill>
                  <a:srgbClr val="5C564E"/>
                </a:solidFill>
                <a:latin typeface="Calibri"/>
              </a:defRPr>
            </a:pPr>
            <a:r>
              <a:rPr sz="1400"/>
              <a:t>  -  E-Commerce - Flipkart, Meesho, BigBasket (peak-load reliability)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654296"/>
            <a:ext cx="54864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 i="0">
                <a:solidFill>
                  <a:srgbClr val="5C564E"/>
                </a:solidFill>
                <a:latin typeface="Calibri"/>
              </a:defRPr>
            </a:pPr>
            <a:r>
              <a:rPr sz="1400"/>
              <a:t>  -  IT Services - TCS, Infosys, Wipro (client SLA compliance)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038344"/>
            <a:ext cx="54864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 i="0">
                <a:solidFill>
                  <a:srgbClr val="5C564E"/>
                </a:solidFill>
                <a:latin typeface="Calibri"/>
              </a:defRPr>
            </a:pPr>
            <a:r>
              <a:rPr sz="1400"/>
              <a:t>  -  Cloud Startups - Any company with 20+ microservices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422392"/>
            <a:ext cx="54864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 i="0">
                <a:solidFill>
                  <a:srgbClr val="5C564E"/>
                </a:solidFill>
                <a:latin typeface="Calibri"/>
              </a:defRPr>
            </a:pPr>
            <a:r>
              <a:rPr sz="1400"/>
              <a:t>  -  Healthcare &amp; GovTech - ABDM, CoWIN-scale platforms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806440"/>
            <a:ext cx="10698480" cy="777240"/>
          </a:xfrm>
          <a:prstGeom prst="roundRect">
            <a:avLst/>
          </a:prstGeom>
          <a:solidFill>
            <a:srgbClr val="F0EEEA"/>
          </a:solidFill>
          <a:ln w="9525">
            <a:solidFill>
              <a:srgbClr val="0F1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5" name="TextBox 34"/>
          <p:cNvSpPr txBox="1"/>
          <p:nvPr/>
        </p:nvSpPr>
        <p:spPr>
          <a:xfrm>
            <a:off x="1005840" y="5960005"/>
            <a:ext cx="10058400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  <a:defRPr sz="1250" b="1" i="0">
                <a:solidFill>
                  <a:srgbClr val="0F1A30"/>
                </a:solidFill>
                <a:latin typeface="Calibri"/>
              </a:defRPr>
            </a:pPr>
            <a:r>
              <a:rPr sz="1400" dirty="0"/>
              <a:t>Why Now? Indian enterprises pay Rs. 3-8L/month on Datadog without automated root cause analysis.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6174651"/>
            <a:ext cx="100584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 i="0">
                <a:solidFill>
                  <a:srgbClr val="5C564E"/>
                </a:solidFill>
                <a:latin typeface="Calibri"/>
              </a:defRPr>
            </a:pPr>
            <a:r>
              <a:rPr sz="1400"/>
              <a:t>Our platform offers same monitoring PLUS AI-powered RCA at Rs. 50K-2L/month - a 10-50x cost advantage.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11480"/>
            <a:ext cx="320040" cy="18288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" y="356616"/>
            <a:ext cx="5486400" cy="31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1" i="0">
                <a:solidFill>
                  <a:srgbClr val="0D7C66"/>
                </a:solidFill>
                <a:latin typeface="Calibri"/>
              </a:defRPr>
            </a:pPr>
            <a:r>
              <a:rPr sz="3200" dirty="0"/>
              <a:t>09 - OUTCOMES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3102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0F1A30"/>
                </a:solidFill>
                <a:latin typeface="Calibri"/>
              </a:rPr>
              <a:t>Proven </a:t>
            </a:r>
            <a:r>
              <a:rPr sz="2800" b="1" dirty="0">
                <a:solidFill>
                  <a:srgbClr val="0D7C66"/>
                </a:solidFill>
                <a:latin typeface="Calibri"/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 i="0">
                <a:solidFill>
                  <a:srgbClr val="5C564E"/>
                </a:solidFill>
                <a:latin typeface="Calibri"/>
              </a:defRPr>
            </a:pPr>
            <a:r>
              <a:t>Tested across 4 chaos engineering failure scenarios with 11-node microservice topology. Every scenario correctly identified within seconds.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5486400" cy="36576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8" name="TextBox 7"/>
          <p:cNvSpPr txBox="1"/>
          <p:nvPr/>
        </p:nvSpPr>
        <p:spPr>
          <a:xfrm>
            <a:off x="731520" y="2130552"/>
            <a:ext cx="2286000" cy="255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  FAILURE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130552"/>
            <a:ext cx="1828800" cy="255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ROOT CAUSE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130552"/>
            <a:ext cx="1371600" cy="255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DETECTED?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2468880"/>
            <a:ext cx="5486400" cy="0"/>
          </a:xfrm>
          <a:prstGeom prst="line">
            <a:avLst/>
          </a:prstGeom>
          <a:ln w="19050">
            <a:solidFill>
              <a:srgbClr val="0F1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31520" y="2542032"/>
            <a:ext cx="5486400" cy="4572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3" name="TextBox 12"/>
          <p:cNvSpPr txBox="1"/>
          <p:nvPr/>
        </p:nvSpPr>
        <p:spPr>
          <a:xfrm>
            <a:off x="731520" y="2560320"/>
            <a:ext cx="22860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15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  Memory Leak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560320"/>
            <a:ext cx="18288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 i="0">
                <a:solidFill>
                  <a:srgbClr val="5C564E"/>
                </a:solidFill>
                <a:latin typeface="Calibri"/>
              </a:defRPr>
            </a:pPr>
            <a:r>
              <a:rPr sz="1400"/>
              <a:t>inventory-service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560320"/>
            <a:ext cx="13716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 i="0">
                <a:solidFill>
                  <a:srgbClr val="2D8A56"/>
                </a:solidFill>
                <a:latin typeface="Calibri"/>
              </a:defRPr>
            </a:pPr>
            <a:r>
              <a:rPr sz="1400"/>
              <a:t>Correct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063239"/>
            <a:ext cx="22860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15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  DB Conn. Exhaustion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063239"/>
            <a:ext cx="18288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 i="0">
                <a:solidFill>
                  <a:srgbClr val="5C564E"/>
                </a:solidFill>
                <a:latin typeface="Calibri"/>
              </a:defRPr>
            </a:pPr>
            <a:r>
              <a:rPr sz="1400"/>
              <a:t>user-db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063239"/>
            <a:ext cx="13716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 i="0">
                <a:solidFill>
                  <a:srgbClr val="2D8A56"/>
                </a:solidFill>
                <a:latin typeface="Calibri"/>
              </a:defRPr>
            </a:pPr>
            <a:r>
              <a:rPr sz="1400"/>
              <a:t>Correct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547872"/>
            <a:ext cx="5486400" cy="4572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0" name="TextBox 19"/>
          <p:cNvSpPr txBox="1"/>
          <p:nvPr/>
        </p:nvSpPr>
        <p:spPr>
          <a:xfrm>
            <a:off x="731520" y="3566160"/>
            <a:ext cx="22860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15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  Network Partition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566160"/>
            <a:ext cx="18288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 i="0">
                <a:solidFill>
                  <a:srgbClr val="5C564E"/>
                </a:solidFill>
                <a:latin typeface="Calibri"/>
              </a:defRPr>
            </a:pPr>
            <a:r>
              <a:rPr sz="1400"/>
              <a:t>payment-gateway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566160"/>
            <a:ext cx="13716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 i="0">
                <a:solidFill>
                  <a:srgbClr val="2D8A56"/>
                </a:solidFill>
                <a:latin typeface="Calibri"/>
              </a:defRPr>
            </a:pPr>
            <a:r>
              <a:rPr sz="1400"/>
              <a:t>Correct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69080"/>
            <a:ext cx="22860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15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  CPU Spike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069080"/>
            <a:ext cx="18288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 i="0">
                <a:solidFill>
                  <a:srgbClr val="5C564E"/>
                </a:solidFill>
                <a:latin typeface="Calibri"/>
              </a:defRPr>
            </a:pPr>
            <a:r>
              <a:rPr sz="1400"/>
              <a:t>search-service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069080"/>
            <a:ext cx="13716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 i="0">
                <a:solidFill>
                  <a:srgbClr val="2D8A56"/>
                </a:solidFill>
                <a:latin typeface="Calibri"/>
              </a:defRPr>
            </a:pPr>
            <a:r>
              <a:rPr sz="1400"/>
              <a:t>Correct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663440"/>
            <a:ext cx="2194560" cy="1371600"/>
          </a:xfrm>
          <a:prstGeom prst="roundRect">
            <a:avLst/>
          </a:prstGeom>
          <a:solidFill>
            <a:srgbClr val="F9F8F6"/>
          </a:solidFill>
          <a:ln w="9525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4828031"/>
            <a:ext cx="2194560" cy="630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20"/>
              </a:lnSpc>
              <a:spcAft>
                <a:spcPts val="0"/>
              </a:spcAft>
              <a:defRPr sz="3400" b="1" i="0">
                <a:solidFill>
                  <a:srgbClr val="0F1A30"/>
                </a:solidFill>
                <a:latin typeface="Calibri"/>
              </a:defRPr>
            </a:pPr>
            <a:r>
              <a:rPr lang="en-US" dirty="0"/>
              <a:t>95</a:t>
            </a:r>
            <a:r>
              <a:rPr dirty="0"/>
              <a:t>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376672"/>
            <a:ext cx="2194560" cy="248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35"/>
              </a:lnSpc>
              <a:spcAft>
                <a:spcPts val="0"/>
              </a:spcAft>
              <a:defRPr sz="950" b="1" i="0">
                <a:solidFill>
                  <a:srgbClr val="7A746A"/>
                </a:solidFill>
                <a:latin typeface="Calibri"/>
              </a:defRPr>
            </a:pPr>
            <a:r>
              <a:rPr sz="1200" dirty="0"/>
              <a:t>ROOT CAUSE ACCURACY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91840" y="4663440"/>
            <a:ext cx="2194560" cy="1371600"/>
          </a:xfrm>
          <a:prstGeom prst="roundRect">
            <a:avLst/>
          </a:prstGeom>
          <a:solidFill>
            <a:srgbClr val="F9F8F6"/>
          </a:solidFill>
          <a:ln w="9525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91840" y="4828031"/>
            <a:ext cx="2194560" cy="630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20"/>
              </a:lnSpc>
              <a:spcAft>
                <a:spcPts val="0"/>
              </a:spcAft>
              <a:defRPr sz="3400" b="1" i="0">
                <a:solidFill>
                  <a:srgbClr val="0F1A30"/>
                </a:solidFill>
                <a:latin typeface="Calibri"/>
              </a:defRPr>
            </a:pPr>
            <a:r>
              <a:rPr dirty="0"/>
              <a:t>&lt;</a:t>
            </a:r>
            <a:r>
              <a:rPr lang="en-US" dirty="0"/>
              <a:t>20</a:t>
            </a:r>
            <a:r>
              <a:rPr dirty="0"/>
              <a:t>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5376672"/>
            <a:ext cx="2194560" cy="248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35"/>
              </a:lnSpc>
              <a:spcAft>
                <a:spcPts val="0"/>
              </a:spcAft>
              <a:defRPr sz="950" b="1" i="0">
                <a:solidFill>
                  <a:srgbClr val="7A746A"/>
                </a:solidFill>
                <a:latin typeface="Calibri"/>
              </a:defRPr>
            </a:pPr>
            <a:r>
              <a:rPr sz="1200" dirty="0"/>
              <a:t>FULL RCA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2011680"/>
            <a:ext cx="4572000" cy="26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WHAT THE SYSTEM DELIVERS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2468880"/>
            <a:ext cx="1097280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1" i="0">
                <a:solidFill>
                  <a:srgbClr val="0D7C66"/>
                </a:solidFill>
                <a:latin typeface="Calibri"/>
              </a:defRPr>
            </a:pPr>
            <a:r>
              <a:rPr sz="1400"/>
              <a:t>Output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2688336"/>
            <a:ext cx="4754880" cy="30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Root Cause Identification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2971800"/>
            <a:ext cx="4754880" cy="26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 i="0">
                <a:solidFill>
                  <a:srgbClr val="7A746A"/>
                </a:solidFill>
                <a:latin typeface="Calibri"/>
              </a:defRPr>
            </a:pPr>
            <a:r>
              <a:rPr sz="1400"/>
              <a:t>Pinpoints exact service with highest fused anomaly score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3337560"/>
            <a:ext cx="1097280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1" i="0">
                <a:solidFill>
                  <a:srgbClr val="0D7C66"/>
                </a:solidFill>
                <a:latin typeface="Calibri"/>
              </a:defRPr>
            </a:pPr>
            <a:r>
              <a:rPr sz="1400"/>
              <a:t>Output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3557016"/>
            <a:ext cx="4754880" cy="30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Failure Chain Explanation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3840480"/>
            <a:ext cx="4754880" cy="26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 i="0">
                <a:solidFill>
                  <a:srgbClr val="7A746A"/>
                </a:solidFill>
                <a:latin typeface="Calibri"/>
              </a:defRPr>
            </a:pPr>
            <a:r>
              <a:rPr sz="1400"/>
              <a:t>Root Cause &gt; Evidence &gt; Downstream Impact tree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4206240"/>
            <a:ext cx="1097280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1" i="0">
                <a:solidFill>
                  <a:srgbClr val="0D7C66"/>
                </a:solidFill>
                <a:latin typeface="Calibri"/>
              </a:defRPr>
            </a:pPr>
            <a:r>
              <a:rPr sz="1400"/>
              <a:t>Output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4425696"/>
            <a:ext cx="4754880" cy="30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Causal Graph Visualization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4709159"/>
            <a:ext cx="4754880" cy="26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 i="0">
                <a:solidFill>
                  <a:srgbClr val="7A746A"/>
                </a:solidFill>
                <a:latin typeface="Calibri"/>
              </a:defRPr>
            </a:pPr>
            <a:r>
              <a:rPr sz="1400"/>
              <a:t>D3.js interactive cause-effect graph with lag times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074920"/>
            <a:ext cx="1097280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1" i="0">
                <a:solidFill>
                  <a:srgbClr val="0D7C66"/>
                </a:solidFill>
                <a:latin typeface="Calibri"/>
              </a:defRPr>
            </a:pPr>
            <a:r>
              <a:rPr sz="1400"/>
              <a:t>Output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5294376"/>
            <a:ext cx="4754880" cy="30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Predictive Warnings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5577840"/>
            <a:ext cx="4754880" cy="26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 i="0">
                <a:solidFill>
                  <a:srgbClr val="7A746A"/>
                </a:solidFill>
                <a:latin typeface="Calibri"/>
              </a:defRPr>
            </a:pPr>
            <a:r>
              <a:rPr sz="1400"/>
              <a:t>Services trending toward failure with breach time estimate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0" y="5943600"/>
            <a:ext cx="1097280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1" i="0">
                <a:solidFill>
                  <a:srgbClr val="0D7C66"/>
                </a:solidFill>
                <a:latin typeface="Calibri"/>
              </a:defRPr>
            </a:pPr>
            <a:r>
              <a:rPr sz="1400"/>
              <a:t>Output 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6163056"/>
            <a:ext cx="4754880" cy="30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Business Impact Assessment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6446520"/>
            <a:ext cx="4754880" cy="26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 i="0">
                <a:solidFill>
                  <a:srgbClr val="7A746A"/>
                </a:solidFill>
                <a:latin typeface="Calibri"/>
              </a:defRPr>
            </a:pPr>
            <a:r>
              <a:rPr sz="1400"/>
              <a:t>0-100 impact score with blast radius and severity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11480"/>
            <a:ext cx="320040" cy="18288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" y="356616"/>
            <a:ext cx="5486400" cy="31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1" i="0">
                <a:solidFill>
                  <a:srgbClr val="0D7C66"/>
                </a:solidFill>
                <a:latin typeface="Calibri"/>
              </a:defRPr>
            </a:pPr>
            <a:r>
              <a:rPr sz="3200" dirty="0"/>
              <a:t>10 -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0F1A30"/>
                </a:solidFill>
                <a:latin typeface="Calibri"/>
              </a:rPr>
              <a:t>The Future of </a:t>
            </a:r>
            <a:r>
              <a:rPr sz="2800" b="1" dirty="0">
                <a:solidFill>
                  <a:srgbClr val="0D7C66"/>
                </a:solidFill>
                <a:latin typeface="Calibri"/>
              </a:rPr>
              <a:t>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669280" cy="521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 i="0">
                <a:solidFill>
                  <a:srgbClr val="5C564E"/>
                </a:solidFill>
                <a:latin typeface="Calibri"/>
              </a:defRPr>
            </a:pPr>
            <a:r>
              <a:rPr sz="1400"/>
              <a:t>The Distributed Root Cause Investigator represents a paradigm shift in how organizations monitor, diagnose, and resolve incidents.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566928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150" b="0" i="0">
                <a:solidFill>
                  <a:srgbClr val="5C564E"/>
                </a:solidFill>
                <a:latin typeface="Calibri"/>
              </a:defRPr>
            </a:pPr>
            <a:r>
              <a:rPr sz="1400"/>
              <a:t>  -  7 AI/ML models working in concert - all built from scratch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70632"/>
            <a:ext cx="566928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150" b="0" i="0">
                <a:solidFill>
                  <a:srgbClr val="5C564E"/>
                </a:solidFill>
                <a:latin typeface="Calibri"/>
              </a:defRPr>
            </a:pPr>
            <a:r>
              <a:rPr sz="1400" dirty="0"/>
              <a:t>  -  </a:t>
            </a:r>
            <a:r>
              <a:rPr lang="en-US" sz="1400" dirty="0"/>
              <a:t>90-95</a:t>
            </a:r>
            <a:r>
              <a:rPr sz="1400" dirty="0"/>
              <a:t>% root cause accuracy across all chaos engineering scenarios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9544"/>
            <a:ext cx="566928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150" b="0" i="0">
                <a:solidFill>
                  <a:srgbClr val="5C564E"/>
                </a:solidFill>
                <a:latin typeface="Calibri"/>
              </a:defRPr>
            </a:pPr>
            <a:r>
              <a:rPr sz="1400" dirty="0"/>
              <a:t>  -  Sub-</a:t>
            </a:r>
            <a:r>
              <a:rPr lang="en-US" sz="1400" dirty="0"/>
              <a:t>15-20</a:t>
            </a:r>
            <a:r>
              <a:rPr sz="1400" dirty="0"/>
              <a:t>-second end-to-end detection, diagnosis, and explanation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48456"/>
            <a:ext cx="566928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150" b="0" i="0">
                <a:solidFill>
                  <a:srgbClr val="5C564E"/>
                </a:solidFill>
                <a:latin typeface="Calibri"/>
              </a:defRPr>
            </a:pPr>
            <a:r>
              <a:rPr sz="1400"/>
              <a:t>  -  50-100x cost advantage over Datadog, Dynatrace, New Relic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87368"/>
            <a:ext cx="566928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150" b="0" i="0">
                <a:solidFill>
                  <a:srgbClr val="5C564E"/>
                </a:solidFill>
                <a:latin typeface="Calibri"/>
              </a:defRPr>
            </a:pPr>
            <a:r>
              <a:rPr sz="1400"/>
              <a:t>  -  Full data sovereignty - RBI, GDPR, and HIPAA compliant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26279"/>
            <a:ext cx="566928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150" b="0" i="0">
                <a:solidFill>
                  <a:srgbClr val="5C564E"/>
                </a:solidFill>
                <a:latin typeface="Calibri"/>
              </a:defRPr>
            </a:pPr>
            <a:r>
              <a:rPr sz="1400"/>
              <a:t>  -  Production-grade UI with interactive D3.js visualizations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508760"/>
            <a:ext cx="4572000" cy="26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FUTURE 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920240"/>
            <a:ext cx="1097280" cy="245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5"/>
              </a:lnSpc>
              <a:spcAft>
                <a:spcPts val="0"/>
              </a:spcAft>
              <a:defRPr sz="850" b="1" i="0">
                <a:solidFill>
                  <a:srgbClr val="0D7C66"/>
                </a:solidFill>
                <a:latin typeface="Calibri"/>
              </a:defRPr>
            </a:pPr>
            <a:r>
              <a:rPr sz="1400"/>
              <a:t>Phase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148840"/>
            <a:ext cx="4754880" cy="30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OpenTelemetry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423160"/>
            <a:ext cx="4754880" cy="26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 i="0">
                <a:solidFill>
                  <a:srgbClr val="7A746A"/>
                </a:solidFill>
                <a:latin typeface="Calibri"/>
              </a:defRPr>
            </a:pPr>
            <a:r>
              <a:rPr sz="1400"/>
              <a:t>OTLP-native for existing observability stacks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834640"/>
            <a:ext cx="1097280" cy="245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5"/>
              </a:lnSpc>
              <a:spcAft>
                <a:spcPts val="0"/>
              </a:spcAft>
              <a:defRPr sz="850" b="1" i="0">
                <a:solidFill>
                  <a:srgbClr val="0D7C66"/>
                </a:solidFill>
                <a:latin typeface="Calibri"/>
              </a:defRPr>
            </a:pPr>
            <a:r>
              <a:rPr sz="1400"/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063240"/>
            <a:ext cx="4754880" cy="30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Auto-Remediation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337560"/>
            <a:ext cx="4754880" cy="26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 i="0">
                <a:solidFill>
                  <a:srgbClr val="7A746A"/>
                </a:solidFill>
                <a:latin typeface="Calibri"/>
              </a:defRPr>
            </a:pPr>
            <a:r>
              <a:rPr sz="1400"/>
              <a:t>Automated runbook execution from root causes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749039"/>
            <a:ext cx="1097280" cy="245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5"/>
              </a:lnSpc>
              <a:spcAft>
                <a:spcPts val="0"/>
              </a:spcAft>
              <a:defRPr sz="850" b="1" i="0">
                <a:solidFill>
                  <a:srgbClr val="0D7C66"/>
                </a:solidFill>
                <a:latin typeface="Calibri"/>
              </a:defRPr>
            </a:pPr>
            <a:r>
              <a:rPr sz="1400"/>
              <a:t>Phase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977639"/>
            <a:ext cx="4754880" cy="30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Multi-Cluster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251959"/>
            <a:ext cx="4754880" cy="26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 i="0">
                <a:solidFill>
                  <a:srgbClr val="7A746A"/>
                </a:solidFill>
                <a:latin typeface="Calibri"/>
              </a:defRPr>
            </a:pPr>
            <a:r>
              <a:rPr sz="1400"/>
              <a:t>Cross-cluster, cross-cloud failure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663440"/>
            <a:ext cx="1097280" cy="245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5"/>
              </a:lnSpc>
              <a:spcAft>
                <a:spcPts val="0"/>
              </a:spcAft>
              <a:defRPr sz="850" b="1" i="0">
                <a:solidFill>
                  <a:srgbClr val="0D7C66"/>
                </a:solidFill>
                <a:latin typeface="Calibri"/>
              </a:defRPr>
            </a:pPr>
            <a:r>
              <a:rPr sz="1400"/>
              <a:t>Phase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892040"/>
            <a:ext cx="4754880" cy="30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Enterprise SaaS Launch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5166359"/>
            <a:ext cx="4754880" cy="26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 i="0">
                <a:solidFill>
                  <a:srgbClr val="7A746A"/>
                </a:solidFill>
                <a:latin typeface="Calibri"/>
              </a:defRPr>
            </a:pPr>
            <a:r>
              <a:rPr sz="1400"/>
              <a:t>Hosted with SSO, RBAC, enterprise SLAs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26853"/>
            <a:ext cx="10698480" cy="707813"/>
          </a:xfrm>
          <a:prstGeom prst="roundRect">
            <a:avLst/>
          </a:prstGeom>
          <a:solidFill>
            <a:srgbClr val="0F1A30"/>
          </a:solidFill>
          <a:ln w="9525">
            <a:solidFill>
              <a:srgbClr val="0F1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5809801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Aft>
                <a:spcPts val="0"/>
              </a:spcAft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rPr dirty="0"/>
              <a:t>Transforming Observability from Reactive Alerting to Proactive Intelligence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800"/>
              </a:lnSpc>
              <a:spcAft>
                <a:spcPts val="0"/>
              </a:spcAft>
              <a:defRPr sz="6000" b="1" i="0">
                <a:solidFill>
                  <a:srgbClr val="0F1A30"/>
                </a:solidFill>
                <a:latin typeface="Calibri"/>
              </a:defRPr>
            </a:pPr>
            <a:r>
              <a:rPr sz="7200" dirty="0"/>
              <a:t>Thank You!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2560317"/>
            <a:ext cx="1554480" cy="27432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Aft>
                <a:spcPts val="0"/>
              </a:spcAft>
              <a:defRPr sz="2400" b="1" i="0">
                <a:solidFill>
                  <a:srgbClr val="0F1A30"/>
                </a:solidFill>
                <a:latin typeface="Calibri"/>
              </a:defRPr>
            </a:pPr>
            <a:r>
              <a:rPr sz="2800" dirty="0"/>
              <a:t>Distributed Root Cause Investigator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332720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 i="0">
                <a:solidFill>
                  <a:srgbClr val="7A746A"/>
                </a:solidFill>
                <a:latin typeface="Calibri"/>
              </a:defRPr>
            </a:pPr>
            <a:r>
              <a:rPr sz="1400" dirty="0"/>
              <a:t>AI-Powered Real-Time Root Cause Analysis for Microservice Architectures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4892040"/>
            <a:ext cx="160020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/>
          <p:cNvSpPr txBox="1"/>
          <p:nvPr/>
        </p:nvSpPr>
        <p:spPr>
          <a:xfrm>
            <a:off x="1828800" y="4910328"/>
            <a:ext cx="1600200" cy="255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70"/>
              </a:lnSpc>
              <a:spcAft>
                <a:spcPts val="0"/>
              </a:spcAft>
              <a:defRPr sz="90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7 AI/ML 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4892040"/>
            <a:ext cx="160020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" name="TextBox 10"/>
          <p:cNvSpPr txBox="1"/>
          <p:nvPr/>
        </p:nvSpPr>
        <p:spPr>
          <a:xfrm>
            <a:off x="3611880" y="4910328"/>
            <a:ext cx="1600200" cy="255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70"/>
              </a:lnSpc>
              <a:spcAft>
                <a:spcPts val="0"/>
              </a:spcAft>
              <a:defRPr sz="900" b="1" i="0">
                <a:solidFill>
                  <a:srgbClr val="0F1A30"/>
                </a:solidFill>
                <a:latin typeface="Calibri"/>
              </a:defRPr>
            </a:pPr>
            <a:r>
              <a:rPr lang="en-US" sz="1400" dirty="0"/>
              <a:t>95</a:t>
            </a:r>
            <a:r>
              <a:rPr sz="1400" dirty="0"/>
              <a:t>% Accuracy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4892040"/>
            <a:ext cx="160020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3" name="TextBox 12"/>
          <p:cNvSpPr txBox="1"/>
          <p:nvPr/>
        </p:nvSpPr>
        <p:spPr>
          <a:xfrm>
            <a:off x="5394960" y="4910328"/>
            <a:ext cx="1600200" cy="255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70"/>
              </a:lnSpc>
              <a:spcAft>
                <a:spcPts val="0"/>
              </a:spcAft>
              <a:defRPr sz="90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&lt;5s Detection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4892040"/>
            <a:ext cx="160020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5" name="TextBox 14"/>
          <p:cNvSpPr txBox="1"/>
          <p:nvPr/>
        </p:nvSpPr>
        <p:spPr>
          <a:xfrm>
            <a:off x="7178040" y="4910328"/>
            <a:ext cx="1600200" cy="255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70"/>
              </a:lnSpc>
              <a:spcAft>
                <a:spcPts val="0"/>
              </a:spcAft>
              <a:defRPr sz="90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Zero API Cost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4892040"/>
            <a:ext cx="160020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7" name="TextBox 16"/>
          <p:cNvSpPr txBox="1"/>
          <p:nvPr/>
        </p:nvSpPr>
        <p:spPr>
          <a:xfrm>
            <a:off x="8961120" y="4910328"/>
            <a:ext cx="1600200" cy="255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70"/>
              </a:lnSpc>
              <a:spcAft>
                <a:spcPts val="0"/>
              </a:spcAft>
              <a:defRPr sz="900" b="1" i="0">
                <a:solidFill>
                  <a:srgbClr val="0F1A30"/>
                </a:solidFill>
                <a:latin typeface="Calibri"/>
              </a:defRPr>
            </a:pPr>
            <a:r>
              <a:rPr sz="1400"/>
              <a:t>Enterprise 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1653</Words>
  <Application>Microsoft Office PowerPoint</Application>
  <PresentationFormat>Widescreen</PresentationFormat>
  <Paragraphs>318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Arial Black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Mayank Bajaj</cp:lastModifiedBy>
  <cp:revision>1</cp:revision>
  <dcterms:created xsi:type="dcterms:W3CDTF">2013-01-27T09:14:16Z</dcterms:created>
  <dcterms:modified xsi:type="dcterms:W3CDTF">2026-05-08T17:10:30Z</dcterms:modified>
  <cp:category/>
</cp:coreProperties>
</file>